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notesSlides/notesSlide15.xml" ContentType="application/vnd.openxmlformats-officedocument.presentationml.notesSlide+xml"/>
  <Override PartName="/ppt/tags/tag28.xml" ContentType="application/vnd.openxmlformats-officedocument.presentationml.tags+xml"/>
  <Override PartName="/ppt/notesSlides/notesSlide16.xml" ContentType="application/vnd.openxmlformats-officedocument.presentationml.notesSlide+xml"/>
  <Override PartName="/ppt/tags/tag29.xml" ContentType="application/vnd.openxmlformats-officedocument.presentationml.tags+xml"/>
  <Override PartName="/ppt/notesSlides/notesSlide17.xml" ContentType="application/vnd.openxmlformats-officedocument.presentationml.notesSlide+xml"/>
  <Override PartName="/ppt/tags/tag30.xml" ContentType="application/vnd.openxmlformats-officedocument.presentationml.tags+xml"/>
  <Override PartName="/ppt/notesSlides/notesSlide18.xml" ContentType="application/vnd.openxmlformats-officedocument.presentationml.notesSlide+xml"/>
  <Override PartName="/ppt/tags/tag31.xml" ContentType="application/vnd.openxmlformats-officedocument.presentationml.tags+xml"/>
  <Override PartName="/ppt/notesSlides/notesSlide19.xml" ContentType="application/vnd.openxmlformats-officedocument.presentationml.notesSlide+xml"/>
  <Override PartName="/ppt/tags/tag32.xml" ContentType="application/vnd.openxmlformats-officedocument.presentationml.tags+xml"/>
  <Override PartName="/ppt/notesSlides/notesSlide20.xml" ContentType="application/vnd.openxmlformats-officedocument.presentationml.notesSlide+xml"/>
  <Override PartName="/ppt/tags/tag33.xml" ContentType="application/vnd.openxmlformats-officedocument.presentationml.tags+xml"/>
  <Override PartName="/ppt/notesSlides/notesSlide21.xml" ContentType="application/vnd.openxmlformats-officedocument.presentationml.notesSlide+xml"/>
  <Override PartName="/ppt/tags/tag34.xml" ContentType="application/vnd.openxmlformats-officedocument.presentationml.tags+xml"/>
  <Override PartName="/ppt/notesSlides/notesSlide22.xml" ContentType="application/vnd.openxmlformats-officedocument.presentationml.notesSlide+xml"/>
  <Override PartName="/ppt/tags/tag35.xml" ContentType="application/vnd.openxmlformats-officedocument.presentationml.tags+xml"/>
  <Override PartName="/ppt/notesSlides/notesSlide2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4.xml" ContentType="application/vnd.openxmlformats-officedocument.presentationml.notesSlide+xml"/>
  <Override PartName="/ppt/tags/tag41.xml" ContentType="application/vnd.openxmlformats-officedocument.presentationml.tags+xml"/>
  <Override PartName="/ppt/notesSlides/notesSlide25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5"/>
  </p:notesMasterIdLst>
  <p:sldIdLst>
    <p:sldId id="280" r:id="rId3"/>
    <p:sldId id="4777" r:id="rId4"/>
    <p:sldId id="4960" r:id="rId5"/>
    <p:sldId id="257" r:id="rId6"/>
    <p:sldId id="4961" r:id="rId7"/>
    <p:sldId id="4963" r:id="rId8"/>
    <p:sldId id="4975" r:id="rId9"/>
    <p:sldId id="4976" r:id="rId10"/>
    <p:sldId id="4977" r:id="rId11"/>
    <p:sldId id="4995" r:id="rId12"/>
    <p:sldId id="4978" r:id="rId13"/>
    <p:sldId id="4980" r:id="rId14"/>
    <p:sldId id="4981" r:id="rId15"/>
    <p:sldId id="4982" r:id="rId16"/>
    <p:sldId id="4983" r:id="rId17"/>
    <p:sldId id="4984" r:id="rId18"/>
    <p:sldId id="4985" r:id="rId19"/>
    <p:sldId id="4986" r:id="rId20"/>
    <p:sldId id="4987" r:id="rId21"/>
    <p:sldId id="4979" r:id="rId22"/>
    <p:sldId id="4989" r:id="rId23"/>
    <p:sldId id="4994" r:id="rId24"/>
    <p:sldId id="4990" r:id="rId25"/>
    <p:sldId id="4991" r:id="rId26"/>
    <p:sldId id="4992" r:id="rId27"/>
    <p:sldId id="4971" r:id="rId28"/>
    <p:sldId id="4993" r:id="rId29"/>
    <p:sldId id="4996" r:id="rId30"/>
    <p:sldId id="4972" r:id="rId31"/>
    <p:sldId id="4973" r:id="rId32"/>
    <p:sldId id="4998" r:id="rId33"/>
    <p:sldId id="4997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>
          <p15:clr>
            <a:srgbClr val="A4A3A4"/>
          </p15:clr>
        </p15:guide>
        <p15:guide id="1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390"/>
    <a:srgbClr val="034A90"/>
    <a:srgbClr val="9191FF"/>
    <a:srgbClr val="FFFFFF"/>
    <a:srgbClr val="ED7D31"/>
    <a:srgbClr val="A5A5A5"/>
    <a:srgbClr val="5B9BD5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8" autoAdjust="0"/>
    <p:restoredTop sz="84027" autoAdjust="0"/>
  </p:normalViewPr>
  <p:slideViewPr>
    <p:cSldViewPr snapToGrid="0">
      <p:cViewPr varScale="1">
        <p:scale>
          <a:sx n="67" d="100"/>
          <a:sy n="67" d="100"/>
        </p:scale>
        <p:origin x="472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EC571-FA84-4A68-AB34-1202DD873C49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18F46-F0AD-4219-9AB1-B0BF1A1CDD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A587-89C9-2502-69D8-EE658C2E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34917AD-9A79-2E64-1F48-2B0B5F06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520212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9AD3-84B2-BC80-4A18-AD9712CB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3D6168A-B85F-C723-27F9-A9739B025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306808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D145-7CB1-1FF2-C7E2-9004C77C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F55E2E9-5696-6275-0A9C-88D64D56F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353410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A268-C1A4-3A38-9647-47BC47BD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9FF08C0-E2A2-762A-23E6-B46105574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503354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EE3D-23CB-3C31-ACE3-363C18EA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E7A6779-2292-607A-25FD-DE5F26DDD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216458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47E5-36A1-F80A-79BF-3DC39126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4E7BC1E-07B6-1D88-30D1-AB49C5E2B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285417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976-3142-BF73-37F2-2C9A03BA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F111787-08C5-F1AC-D364-7221ABFC9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518166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E2525-8FCA-1B34-BE1F-62E01329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AF12EA1-DDE6-CB15-8AF5-2C760FF39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442031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E859-484F-8FA8-74C0-B0835E9E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5DFDF01-39D0-698D-2DD6-59433B087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896167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D64BF-017B-7DC7-E726-2DFE18C4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39D127D-A34E-D267-1D06-5986D12BA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845976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5612-017A-A3F8-9816-BD2C32D9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17A96E0-E24D-C2A6-062A-0FAE800C6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825721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E8E9-78AF-42D8-A1A4-0F31FA6BF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95B0E39-DE90-8E4A-C80F-05B0A859C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667086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A7EE-0EBA-5CC2-068E-AE2F6582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7BA0A75-13F2-30A5-31EA-A99ADBC49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965083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8DC9-73D7-5B6E-5D89-52849E95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B446DD7-44F9-5103-2687-A04AD6D4E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75328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1C59-5EDE-5E98-BCBB-5A46AE92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02AD27E-B3D9-D081-8281-6F7FEC324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972723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2EE-804B-D3F4-5679-991E74C6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C4C6C6B-D891-2E0F-4998-9CF61083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552985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0C0C4-4CC0-44C5-B709-291DCE22D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A7F1524-B67D-42EE-97AA-A9F204FD6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78696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9B13-9A8F-AADB-F5CD-A4F0AD60F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91D5F28-59F6-34A3-038B-4BB616B26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533894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17BC-668B-A4E4-52ED-113FD878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76433E4-B17E-07A0-2B35-FEEB4869C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461996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5B47-C119-1CC4-8843-A0F6FBBC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F216438-5341-60E2-190E-68F3BC2EE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421394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E08F6-694E-77D1-7F9C-A983DC04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97B2558-CA87-11F7-0E34-5A449938E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218617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3E6E-66A5-086D-DC74-63757F59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690CCC7-DFF2-8B70-4773-377581676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828243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7768-4FFD-0A31-8365-5A706179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065BCBA-07D1-8047-CF86-292B84730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158450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ED0C-3CC9-060B-49C2-BD9F1E36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83DCAE3-4852-CC6B-F269-E34E57F0D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4643096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0141-D3C8-90D4-2545-2B23E8D1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E718231-0C1D-7C1B-7557-7CEC8196B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0645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8EBC453-5897-4246-99A6-9D9427CE68C7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4480EC-7AA5-496F-BB35-47C7D88AC3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9DFE877-9183-4D4B-A45A-4F56E2B912AF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8274AC3-F45C-4928-A492-A8F73CC8EA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DB4199E-CAB8-491F-BCCC-8B1CB47697C3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B1189AB-8D37-44BA-AA33-328E16AA5E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FB4AF29-F31D-4194-B4AB-77A5FA15B80C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E54A045-A53D-45EC-A7F3-E120730D28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71EDC42-192D-49A2-82CF-894E1769675F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5023A3B-ED50-490A-8934-644BCFF5E87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49C5097-E1C6-47F0-8E25-26B014B7A0C4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48330E3-3FE6-4EA8-A963-196994EEB9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47C84C9-F9CE-4337-9478-F6F624FB0B9D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729A60D2-D895-4B30-A65C-189AED3678D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C37B82C7-7072-4504-9BBF-CFE6EADC4687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E66F38E9-481C-4085-9C50-8505FB63546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612C8A9-D8F3-4914-A806-1B7E33057AB7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D173D00-C398-4FD3-98E0-4C1E878AF08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964AC81-CA4C-4B71-BAAA-663588DEE222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5C8E210-FEC0-4401-830C-A3BBCF21D51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C21F12E-8BA8-42F3-B554-90E98D53F6D8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F0372E5-07BB-481D-858C-45C8B6B6398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9B85659-F5B8-482C-8C2A-E38B0CED7104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54D7CAA-4954-4541-A8BB-2F84FDA943D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A1DC67D-C773-43E9-A7A1-5E84A7542F0E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27DD1303-4930-41CE-82B9-32F60CCA63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33A8C41-8553-4A88-87E6-0D88AC0E1DDB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11D4951-066A-486E-BD11-F05DC48BE5C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E429E83-BF2E-4D76-9CCF-14E320E68916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E4FFCF5-6C18-41A4-924C-E51326D90A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A8A306A-1C6C-47BC-8CC3-5303681F1F17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22A7BEF-17DB-4323-B0CF-83D327CBEB1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D8956FB-CDCC-45AF-95FE-76C67A0813E9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B85B7B4-8DE2-40DD-AAF4-C0D9D2A95A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0778E82-0CE6-4DEB-9BD3-4A009BA8508D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88D218D-BB11-4E9A-9FB6-040C6AD3212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0367B5FF-0C63-45AD-AC1A-8BE82D4227ED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3D2EC00-6289-48E7-9BD1-8CE283B65B7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27517"/>
            <a:ext cx="12192000" cy="67068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0F7F-2E6E-45D4-AFD3-8EC384DC055E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4F1DF-5A96-4E61-95D1-CD2AC313FBA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291790" y="-343806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771623"/>
            <a:ext cx="12192000" cy="9484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Microsoft YaHei"/>
          <a:ea typeface="Microsoft YaHei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Calibri"/>
          <a:ea typeface="宋体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Calibri"/>
          <a:ea typeface="宋体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Calibri"/>
          <a:ea typeface="宋体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/>
          <a:ea typeface="宋体"/>
        </a:defRPr>
      </a:lvl1pPr>
      <a:lvl2pPr marL="457200" lvl="1" algn="l" defTabSz="914400">
        <a:defRPr sz="1800" kern="1200">
          <a:solidFill>
            <a:schemeClr val="tx1"/>
          </a:solidFill>
          <a:latin typeface="Calibri"/>
          <a:ea typeface="宋体"/>
        </a:defRPr>
      </a:lvl2pPr>
      <a:lvl3pPr marL="914400" lvl="2" algn="l" defTabSz="914400">
        <a:defRPr sz="1800" kern="1200">
          <a:solidFill>
            <a:schemeClr val="tx1"/>
          </a:solidFill>
          <a:latin typeface="Calibri"/>
          <a:ea typeface="宋体"/>
        </a:defRPr>
      </a:lvl3pPr>
      <a:lvl4pPr marL="1371600" lvl="3" algn="l" defTabSz="914400">
        <a:defRPr sz="1800" kern="1200">
          <a:solidFill>
            <a:schemeClr val="tx1"/>
          </a:solidFill>
          <a:latin typeface="Calibri"/>
          <a:ea typeface="宋体"/>
        </a:defRPr>
      </a:lvl4pPr>
      <a:lvl5pPr marL="1828800" lvl="4" algn="l" defTabSz="914400">
        <a:defRPr sz="1800" kern="1200">
          <a:solidFill>
            <a:schemeClr val="tx1"/>
          </a:solidFill>
          <a:latin typeface="Calibri"/>
          <a:ea typeface="宋体"/>
        </a:defRPr>
      </a:lvl5pPr>
      <a:lvl6pPr marL="2286000" lvl="5" algn="l" defTabSz="914400">
        <a:defRPr sz="1800" kern="1200">
          <a:solidFill>
            <a:schemeClr val="tx1"/>
          </a:solidFill>
          <a:latin typeface="Calibri"/>
          <a:ea typeface="宋体"/>
        </a:defRPr>
      </a:lvl6pPr>
      <a:lvl7pPr marL="2743200" lvl="6" algn="l" defTabSz="914400">
        <a:defRPr sz="1800" kern="1200">
          <a:solidFill>
            <a:schemeClr val="tx1"/>
          </a:solidFill>
          <a:latin typeface="Calibri"/>
          <a:ea typeface="宋体"/>
        </a:defRPr>
      </a:lvl7pPr>
      <a:lvl8pPr marL="3200400" lvl="7" algn="l" defTabSz="914400">
        <a:defRPr sz="1800" kern="1200">
          <a:solidFill>
            <a:schemeClr val="tx1"/>
          </a:solidFill>
          <a:latin typeface="Calibri"/>
          <a:ea typeface="宋体"/>
        </a:defRPr>
      </a:lvl8pPr>
      <a:lvl9pPr marL="3657600" lvl="8" algn="l" defTabSz="914400">
        <a:defRPr sz="1800" kern="1200">
          <a:solidFill>
            <a:schemeClr val="tx1"/>
          </a:solidFill>
          <a:latin typeface="Calibri"/>
          <a:ea typeface="宋体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C08DE-3F3A-4A6E-971D-362BDA627161}" type="datetimeFigureOut">
              <a:rPr lang="zh-CN" altLang="en-US"/>
              <a:t>2025/12/26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1369-827F-41CD-AEEF-F2204BFEC8F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等线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等线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等线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等线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等线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等线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等线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等线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等线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等线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等线"/>
          <a:ea typeface="等线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hyperlink" Target="https://pan.tju.edu.cn/link/AA56B7D42689E3464695A22008719CB06A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2767840"/>
            <a:ext cx="12192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研究生院</a:t>
            </a:r>
            <a:r>
              <a:rPr lang="en-US" altLang="zh-CN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2019</a:t>
            </a:r>
            <a:r>
              <a:rPr lang="zh-CN" altLang="en-US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年改革重点工作汇报</a:t>
            </a:r>
            <a:endParaRPr lang="zh-CN" altLang="en-US" sz="4000" b="1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副标题 2"/>
          <p:cNvSpPr/>
          <p:nvPr/>
        </p:nvSpPr>
        <p:spPr>
          <a:xfrm>
            <a:off x="1467987" y="5056833"/>
            <a:ext cx="9144000" cy="1135149"/>
          </a:xfrm>
          <a:prstGeom prst="rect">
            <a:avLst/>
          </a:prstGeom>
          <a:noFill/>
          <a:ln>
            <a:noFill/>
          </a:ln>
        </p:spPr>
        <p:txBody>
          <a:bodyPr lIns="91395" tIns="45697" rIns="91395" bIns="45697"/>
          <a:lstStyle/>
          <a:p>
            <a:pPr marL="0" lvl="0" indent="0" algn="ctr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1" i="0" u="none" strike="noStrike" kern="1200" spc="0" baseline="0" dirty="0">
              <a:ln>
                <a:noFill/>
              </a:ln>
              <a:solidFill>
                <a:srgbClr val="002060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5691" y="648531"/>
            <a:ext cx="2541294" cy="804754"/>
            <a:chOff x="1406525" y="385763"/>
            <a:chExt cx="5875337" cy="1860550"/>
          </a:xfrm>
          <a:solidFill>
            <a:srgbClr val="1C55A1"/>
          </a:solidFill>
          <a:effectLst>
            <a:outerShdw dist="38100" sx="1000" sy="1000" algn="tl" rotWithShape="0">
              <a:prstClr val="black">
                <a:alpha val="0"/>
              </a:prstClr>
            </a:outerShdw>
          </a:effectLst>
        </p:grpSpPr>
        <p:sp>
          <p:nvSpPr>
            <p:cNvPr id="7" name="Freeform 5"/>
            <p:cNvSpPr>
              <a:spLocks noEditPoints="1"/>
            </p:cNvSpPr>
            <p:nvPr/>
          </p:nvSpPr>
          <p:spPr>
            <a:xfrm>
              <a:off x="1406525" y="385763"/>
              <a:ext cx="1833562" cy="1860550"/>
            </a:xfrm>
            <a:custGeom>
              <a:avLst/>
              <a:gdLst>
                <a:gd name="T0" fmla="*/ 304 w 432"/>
                <a:gd name="T1" fmla="*/ 336 h 438"/>
                <a:gd name="T2" fmla="*/ 291 w 432"/>
                <a:gd name="T3" fmla="*/ 345 h 438"/>
                <a:gd name="T4" fmla="*/ 297 w 432"/>
                <a:gd name="T5" fmla="*/ 346 h 438"/>
                <a:gd name="T6" fmla="*/ 302 w 432"/>
                <a:gd name="T7" fmla="*/ 343 h 438"/>
                <a:gd name="T8" fmla="*/ 307 w 432"/>
                <a:gd name="T9" fmla="*/ 349 h 438"/>
                <a:gd name="T10" fmla="*/ 308 w 432"/>
                <a:gd name="T11" fmla="*/ 368 h 438"/>
                <a:gd name="T12" fmla="*/ 316 w 432"/>
                <a:gd name="T13" fmla="*/ 352 h 438"/>
                <a:gd name="T14" fmla="*/ 298 w 432"/>
                <a:gd name="T15" fmla="*/ 356 h 438"/>
                <a:gd name="T16" fmla="*/ 295 w 432"/>
                <a:gd name="T17" fmla="*/ 329 h 438"/>
                <a:gd name="T18" fmla="*/ 260 w 432"/>
                <a:gd name="T19" fmla="*/ 375 h 438"/>
                <a:gd name="T20" fmla="*/ 248 w 432"/>
                <a:gd name="T21" fmla="*/ 368 h 438"/>
                <a:gd name="T22" fmla="*/ 239 w 432"/>
                <a:gd name="T23" fmla="*/ 351 h 438"/>
                <a:gd name="T24" fmla="*/ 230 w 432"/>
                <a:gd name="T25" fmla="*/ 263 h 438"/>
                <a:gd name="T26" fmla="*/ 159 w 432"/>
                <a:gd name="T27" fmla="*/ 199 h 438"/>
                <a:gd name="T28" fmla="*/ 186 w 432"/>
                <a:gd name="T29" fmla="*/ 259 h 438"/>
                <a:gd name="T30" fmla="*/ 221 w 432"/>
                <a:gd name="T31" fmla="*/ 199 h 438"/>
                <a:gd name="T32" fmla="*/ 239 w 432"/>
                <a:gd name="T33" fmla="*/ 199 h 438"/>
                <a:gd name="T34" fmla="*/ 255 w 432"/>
                <a:gd name="T35" fmla="*/ 269 h 438"/>
                <a:gd name="T36" fmla="*/ 252 w 432"/>
                <a:gd name="T37" fmla="*/ 163 h 438"/>
                <a:gd name="T38" fmla="*/ 271 w 432"/>
                <a:gd name="T39" fmla="*/ 196 h 438"/>
                <a:gd name="T40" fmla="*/ 225 w 432"/>
                <a:gd name="T41" fmla="*/ 199 h 438"/>
                <a:gd name="T42" fmla="*/ 200 w 432"/>
                <a:gd name="T43" fmla="*/ 197 h 438"/>
                <a:gd name="T44" fmla="*/ 203 w 432"/>
                <a:gd name="T45" fmla="*/ 180 h 438"/>
                <a:gd name="T46" fmla="*/ 133 w 432"/>
                <a:gd name="T47" fmla="*/ 166 h 438"/>
                <a:gd name="T48" fmla="*/ 287 w 432"/>
                <a:gd name="T49" fmla="*/ 174 h 438"/>
                <a:gd name="T50" fmla="*/ 304 w 432"/>
                <a:gd name="T51" fmla="*/ 160 h 438"/>
                <a:gd name="T52" fmla="*/ 177 w 432"/>
                <a:gd name="T53" fmla="*/ 371 h 438"/>
                <a:gd name="T54" fmla="*/ 187 w 432"/>
                <a:gd name="T55" fmla="*/ 370 h 438"/>
                <a:gd name="T56" fmla="*/ 188 w 432"/>
                <a:gd name="T57" fmla="*/ 390 h 438"/>
                <a:gd name="T58" fmla="*/ 191 w 432"/>
                <a:gd name="T59" fmla="*/ 373 h 438"/>
                <a:gd name="T60" fmla="*/ 204 w 432"/>
                <a:gd name="T61" fmla="*/ 357 h 438"/>
                <a:gd name="T62" fmla="*/ 184 w 432"/>
                <a:gd name="T63" fmla="*/ 362 h 438"/>
                <a:gd name="T64" fmla="*/ 173 w 432"/>
                <a:gd name="T65" fmla="*/ 374 h 438"/>
                <a:gd name="T66" fmla="*/ 142 w 432"/>
                <a:gd name="T67" fmla="*/ 342 h 438"/>
                <a:gd name="T68" fmla="*/ 135 w 432"/>
                <a:gd name="T69" fmla="*/ 335 h 438"/>
                <a:gd name="T70" fmla="*/ 57 w 432"/>
                <a:gd name="T71" fmla="*/ 295 h 438"/>
                <a:gd name="T72" fmla="*/ 61 w 432"/>
                <a:gd name="T73" fmla="*/ 240 h 438"/>
                <a:gd name="T74" fmla="*/ 40 w 432"/>
                <a:gd name="T75" fmla="*/ 215 h 438"/>
                <a:gd name="T76" fmla="*/ 67 w 432"/>
                <a:gd name="T77" fmla="*/ 162 h 438"/>
                <a:gd name="T78" fmla="*/ 91 w 432"/>
                <a:gd name="T79" fmla="*/ 141 h 438"/>
                <a:gd name="T80" fmla="*/ 110 w 432"/>
                <a:gd name="T81" fmla="*/ 116 h 438"/>
                <a:gd name="T82" fmla="*/ 121 w 432"/>
                <a:gd name="T83" fmla="*/ 91 h 438"/>
                <a:gd name="T84" fmla="*/ 144 w 432"/>
                <a:gd name="T85" fmla="*/ 56 h 438"/>
                <a:gd name="T86" fmla="*/ 175 w 432"/>
                <a:gd name="T87" fmla="*/ 45 h 438"/>
                <a:gd name="T88" fmla="*/ 216 w 432"/>
                <a:gd name="T89" fmla="*/ 69 h 438"/>
                <a:gd name="T90" fmla="*/ 252 w 432"/>
                <a:gd name="T91" fmla="*/ 74 h 438"/>
                <a:gd name="T92" fmla="*/ 294 w 432"/>
                <a:gd name="T93" fmla="*/ 58 h 438"/>
                <a:gd name="T94" fmla="*/ 341 w 432"/>
                <a:gd name="T95" fmla="*/ 103 h 438"/>
                <a:gd name="T96" fmla="*/ 357 w 432"/>
                <a:gd name="T97" fmla="*/ 111 h 438"/>
                <a:gd name="T98" fmla="*/ 355 w 432"/>
                <a:gd name="T99" fmla="*/ 166 h 438"/>
                <a:gd name="T100" fmla="*/ 375 w 432"/>
                <a:gd name="T101" fmla="*/ 208 h 438"/>
                <a:gd name="T102" fmla="*/ 377 w 432"/>
                <a:gd name="T103" fmla="*/ 227 h 438"/>
                <a:gd name="T104" fmla="*/ 374 w 432"/>
                <a:gd name="T105" fmla="*/ 284 h 438"/>
                <a:gd name="T106" fmla="*/ 347 w 432"/>
                <a:gd name="T107" fmla="*/ 289 h 438"/>
                <a:gd name="T108" fmla="*/ 363 w 432"/>
                <a:gd name="T109" fmla="*/ 88 h 438"/>
                <a:gd name="T110" fmla="*/ 92 w 432"/>
                <a:gd name="T111" fmla="*/ 55 h 438"/>
                <a:gd name="T112" fmla="*/ 55 w 432"/>
                <a:gd name="T113" fmla="*/ 344 h 438"/>
                <a:gd name="T114" fmla="*/ 340 w 432"/>
                <a:gd name="T115" fmla="*/ 383 h 438"/>
                <a:gd name="T116" fmla="*/ 419 w 432"/>
                <a:gd name="T117" fmla="*/ 274 h 438"/>
                <a:gd name="T118" fmla="*/ 162 w 432"/>
                <a:gd name="T119" fmla="*/ 424 h 438"/>
                <a:gd name="T120" fmla="*/ 14 w 432"/>
                <a:gd name="T121" fmla="*/ 164 h 438"/>
                <a:gd name="T122" fmla="*/ 271 w 432"/>
                <a:gd name="T123" fmla="*/ 13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33562" h="1860550">
                  <a:moveTo>
                    <a:pt x="1243596" y="1440015"/>
                  </a:moveTo>
                  <a:cubicBezTo>
                    <a:pt x="1243596" y="1440015"/>
                    <a:pt x="1247841" y="1440015"/>
                    <a:pt x="1247841" y="1440015"/>
                  </a:cubicBezTo>
                  <a:cubicBezTo>
                    <a:pt x="1247841" y="1440015"/>
                    <a:pt x="1252085" y="1440015"/>
                    <a:pt x="1252085" y="1440015"/>
                  </a:cubicBezTo>
                  <a:cubicBezTo>
                    <a:pt x="1252085" y="1440015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47841" y="1444263"/>
                    <a:pt x="1243596" y="1440015"/>
                    <a:pt x="1243596" y="1440015"/>
                  </a:cubicBezTo>
                  <a:cubicBezTo>
                    <a:pt x="1243596" y="1440015"/>
                    <a:pt x="1243596" y="1440015"/>
                    <a:pt x="1243596" y="1440015"/>
                  </a:cubicBezTo>
                  <a:moveTo>
                    <a:pt x="1273307" y="1418776"/>
                  </a:move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0280"/>
                    <a:pt x="1286040" y="1397536"/>
                    <a:pt x="1294529" y="1389041"/>
                  </a:cubicBezTo>
                  <a:cubicBezTo>
                    <a:pt x="1294529" y="1389041"/>
                    <a:pt x="1294529" y="1389041"/>
                    <a:pt x="1294529" y="1384793"/>
                  </a:cubicBezTo>
                  <a:cubicBezTo>
                    <a:pt x="1294529" y="1384793"/>
                    <a:pt x="1294529" y="1384793"/>
                    <a:pt x="1298773" y="1384793"/>
                  </a:cubicBezTo>
                  <a:cubicBezTo>
                    <a:pt x="1298773" y="1389041"/>
                    <a:pt x="1298773" y="1389041"/>
                    <a:pt x="1298773" y="1389041"/>
                  </a:cubicBezTo>
                  <a:cubicBezTo>
                    <a:pt x="1298773" y="1389041"/>
                    <a:pt x="1303017" y="1393289"/>
                    <a:pt x="1298773" y="1393289"/>
                  </a:cubicBezTo>
                  <a:cubicBezTo>
                    <a:pt x="1298773" y="1397536"/>
                    <a:pt x="1298773" y="1401784"/>
                    <a:pt x="1298773" y="1406032"/>
                  </a:cubicBezTo>
                  <a:cubicBezTo>
                    <a:pt x="1298773" y="1406032"/>
                    <a:pt x="1298773" y="1406032"/>
                    <a:pt x="1298773" y="1406032"/>
                  </a:cubicBezTo>
                  <a:cubicBezTo>
                    <a:pt x="1298773" y="1406032"/>
                    <a:pt x="1298773" y="1406032"/>
                    <a:pt x="1298773" y="1406032"/>
                  </a:cubicBezTo>
                  <a:cubicBezTo>
                    <a:pt x="1298773" y="1414528"/>
                    <a:pt x="1303017" y="1431519"/>
                    <a:pt x="1298773" y="1435767"/>
                  </a:cubicBezTo>
                  <a:cubicBezTo>
                    <a:pt x="1294529" y="1435767"/>
                    <a:pt x="1294529" y="1435767"/>
                    <a:pt x="1294529" y="1435767"/>
                  </a:cubicBezTo>
                  <a:cubicBezTo>
                    <a:pt x="1294529" y="1431519"/>
                    <a:pt x="1290284" y="1431519"/>
                    <a:pt x="1290284" y="1427271"/>
                  </a:cubicBezTo>
                  <a:cubicBezTo>
                    <a:pt x="1290284" y="1427271"/>
                    <a:pt x="1290284" y="1427271"/>
                    <a:pt x="1290284" y="1427271"/>
                  </a:cubicBezTo>
                  <a:cubicBezTo>
                    <a:pt x="1290284" y="1427271"/>
                    <a:pt x="1290284" y="1427271"/>
                    <a:pt x="1290284" y="1427271"/>
                  </a:cubicBezTo>
                  <a:cubicBezTo>
                    <a:pt x="1286040" y="1427271"/>
                    <a:pt x="1286040" y="1427271"/>
                    <a:pt x="1286040" y="1427271"/>
                  </a:cubicBezTo>
                  <a:cubicBezTo>
                    <a:pt x="1281796" y="1427271"/>
                    <a:pt x="1281796" y="1427271"/>
                    <a:pt x="1277551" y="1427271"/>
                  </a:cubicBezTo>
                  <a:cubicBezTo>
                    <a:pt x="1277551" y="1423023"/>
                    <a:pt x="1273307" y="1423023"/>
                    <a:pt x="1273307" y="1423023"/>
                  </a:cubicBezTo>
                  <a:cubicBezTo>
                    <a:pt x="1273307" y="1423023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lose/>
                  <a:moveTo>
                    <a:pt x="1281796" y="1440015"/>
                  </a:moveTo>
                  <a:cubicBezTo>
                    <a:pt x="1281796" y="1440015"/>
                    <a:pt x="1281796" y="1440015"/>
                    <a:pt x="1281796" y="1440015"/>
                  </a:cubicBezTo>
                  <a:cubicBezTo>
                    <a:pt x="1286040" y="1440015"/>
                    <a:pt x="1286040" y="1440015"/>
                    <a:pt x="1286040" y="1440015"/>
                  </a:cubicBezTo>
                  <a:cubicBezTo>
                    <a:pt x="1286040" y="1440015"/>
                    <a:pt x="1286040" y="1440015"/>
                    <a:pt x="1286040" y="1440015"/>
                  </a:cubicBezTo>
                  <a:cubicBezTo>
                    <a:pt x="1286040" y="1440015"/>
                    <a:pt x="1286040" y="1440015"/>
                    <a:pt x="1286040" y="1444263"/>
                  </a:cubicBezTo>
                  <a:cubicBezTo>
                    <a:pt x="1286040" y="1444263"/>
                    <a:pt x="1286040" y="1444263"/>
                    <a:pt x="1286040" y="1444263"/>
                  </a:cubicBezTo>
                  <a:cubicBezTo>
                    <a:pt x="1286040" y="1444263"/>
                    <a:pt x="1281796" y="1444263"/>
                    <a:pt x="1281796" y="1444263"/>
                  </a:cubicBezTo>
                  <a:cubicBezTo>
                    <a:pt x="1281796" y="1444263"/>
                    <a:pt x="1281796" y="1444263"/>
                    <a:pt x="1281796" y="1440015"/>
                  </a:cubicBezTo>
                  <a:moveTo>
                    <a:pt x="1201153" y="1427271"/>
                  </a:moveTo>
                  <a:cubicBezTo>
                    <a:pt x="1201153" y="1427271"/>
                    <a:pt x="1201153" y="1427271"/>
                    <a:pt x="1201153" y="1427271"/>
                  </a:cubicBezTo>
                  <a:cubicBezTo>
                    <a:pt x="1205397" y="1427271"/>
                    <a:pt x="1205397" y="1427271"/>
                    <a:pt x="1205397" y="1427271"/>
                  </a:cubicBezTo>
                  <a:cubicBezTo>
                    <a:pt x="1205397" y="1431519"/>
                    <a:pt x="1209642" y="1431519"/>
                    <a:pt x="1213886" y="1435767"/>
                  </a:cubicBezTo>
                  <a:cubicBezTo>
                    <a:pt x="1218130" y="1440015"/>
                    <a:pt x="1226619" y="1444263"/>
                    <a:pt x="1235108" y="1452758"/>
                  </a:cubicBezTo>
                  <a:cubicBezTo>
                    <a:pt x="1235108" y="1452758"/>
                    <a:pt x="1235108" y="1452758"/>
                    <a:pt x="1235108" y="1452758"/>
                  </a:cubicBezTo>
                  <a:cubicBezTo>
                    <a:pt x="1235108" y="1457006"/>
                    <a:pt x="1235108" y="1457006"/>
                    <a:pt x="1235108" y="1457006"/>
                  </a:cubicBezTo>
                  <a:cubicBezTo>
                    <a:pt x="1235108" y="1461254"/>
                    <a:pt x="1239352" y="1461254"/>
                    <a:pt x="1235108" y="1465502"/>
                  </a:cubicBezTo>
                  <a:cubicBezTo>
                    <a:pt x="1235108" y="1465502"/>
                    <a:pt x="1235108" y="1465502"/>
                    <a:pt x="1235108" y="1465502"/>
                  </a:cubicBezTo>
                  <a:cubicBezTo>
                    <a:pt x="1235108" y="1465502"/>
                    <a:pt x="1235108" y="1465502"/>
                    <a:pt x="1235108" y="1465502"/>
                  </a:cubicBezTo>
                  <a:cubicBezTo>
                    <a:pt x="1230863" y="1465502"/>
                    <a:pt x="1222375" y="1461254"/>
                    <a:pt x="1213886" y="1465502"/>
                  </a:cubicBezTo>
                  <a:cubicBezTo>
                    <a:pt x="1213886" y="1465502"/>
                    <a:pt x="1209642" y="1465502"/>
                    <a:pt x="1209642" y="1465502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18130" y="1473997"/>
                    <a:pt x="1226619" y="1478245"/>
                    <a:pt x="1230863" y="1486741"/>
                  </a:cubicBezTo>
                  <a:cubicBezTo>
                    <a:pt x="1235108" y="1486741"/>
                    <a:pt x="1235108" y="1490989"/>
                    <a:pt x="1235108" y="1490989"/>
                  </a:cubicBezTo>
                  <a:cubicBezTo>
                    <a:pt x="1235108" y="1490989"/>
                    <a:pt x="1235108" y="1495237"/>
                    <a:pt x="1239352" y="1495237"/>
                  </a:cubicBezTo>
                  <a:cubicBezTo>
                    <a:pt x="1239352" y="1495237"/>
                    <a:pt x="1239352" y="1495237"/>
                    <a:pt x="1239352" y="1495237"/>
                  </a:cubicBezTo>
                  <a:cubicBezTo>
                    <a:pt x="1239352" y="1495237"/>
                    <a:pt x="1239352" y="1495237"/>
                    <a:pt x="1239352" y="1495237"/>
                  </a:cubicBezTo>
                  <a:cubicBezTo>
                    <a:pt x="1243596" y="1495237"/>
                    <a:pt x="1243596" y="1495237"/>
                    <a:pt x="1247841" y="1495237"/>
                  </a:cubicBezTo>
                  <a:cubicBezTo>
                    <a:pt x="1247841" y="1495237"/>
                    <a:pt x="1247841" y="1495237"/>
                    <a:pt x="1247841" y="1495237"/>
                  </a:cubicBezTo>
                  <a:cubicBezTo>
                    <a:pt x="1247841" y="1495237"/>
                    <a:pt x="1247841" y="1495237"/>
                    <a:pt x="1247841" y="1495237"/>
                  </a:cubicBezTo>
                  <a:cubicBezTo>
                    <a:pt x="1252085" y="1495237"/>
                    <a:pt x="1252085" y="1490989"/>
                    <a:pt x="1247841" y="1490989"/>
                  </a:cubicBezTo>
                  <a:cubicBezTo>
                    <a:pt x="1247841" y="1486741"/>
                    <a:pt x="1247841" y="1478245"/>
                    <a:pt x="1252085" y="1473997"/>
                  </a:cubicBezTo>
                  <a:cubicBezTo>
                    <a:pt x="1252085" y="1473997"/>
                    <a:pt x="1256330" y="1473997"/>
                    <a:pt x="1260574" y="1473997"/>
                  </a:cubicBezTo>
                  <a:cubicBezTo>
                    <a:pt x="1260574" y="1473997"/>
                    <a:pt x="1260574" y="1473997"/>
                    <a:pt x="1260574" y="1473997"/>
                  </a:cubicBezTo>
                  <a:cubicBezTo>
                    <a:pt x="1260574" y="1473997"/>
                    <a:pt x="1260574" y="1473997"/>
                    <a:pt x="1260574" y="1473997"/>
                  </a:cubicBezTo>
                  <a:cubicBezTo>
                    <a:pt x="1260574" y="1473997"/>
                    <a:pt x="1260574" y="1469750"/>
                    <a:pt x="1260574" y="1469750"/>
                  </a:cubicBezTo>
                  <a:cubicBezTo>
                    <a:pt x="1260574" y="1469750"/>
                    <a:pt x="1260574" y="1469750"/>
                    <a:pt x="1260574" y="1469750"/>
                  </a:cubicBezTo>
                  <a:cubicBezTo>
                    <a:pt x="1260574" y="1469750"/>
                    <a:pt x="1260574" y="1469750"/>
                    <a:pt x="1260574" y="1469750"/>
                  </a:cubicBezTo>
                  <a:cubicBezTo>
                    <a:pt x="1260574" y="1469750"/>
                    <a:pt x="1260574" y="1465502"/>
                    <a:pt x="1260574" y="1465502"/>
                  </a:cubicBezTo>
                  <a:cubicBezTo>
                    <a:pt x="1260574" y="1465502"/>
                    <a:pt x="1260574" y="1465502"/>
                    <a:pt x="1260574" y="1465502"/>
                  </a:cubicBezTo>
                  <a:cubicBezTo>
                    <a:pt x="1260574" y="1461254"/>
                    <a:pt x="1260574" y="1461254"/>
                    <a:pt x="1260574" y="1461254"/>
                  </a:cubicBezTo>
                  <a:cubicBezTo>
                    <a:pt x="1260574" y="1461254"/>
                    <a:pt x="1260574" y="1461254"/>
                    <a:pt x="1260574" y="1457006"/>
                  </a:cubicBezTo>
                  <a:cubicBezTo>
                    <a:pt x="1260574" y="1457006"/>
                    <a:pt x="1260574" y="1457006"/>
                    <a:pt x="1260574" y="1457006"/>
                  </a:cubicBezTo>
                  <a:cubicBezTo>
                    <a:pt x="1264818" y="1444263"/>
                    <a:pt x="1264818" y="1444263"/>
                    <a:pt x="1264818" y="1444263"/>
                  </a:cubicBezTo>
                  <a:cubicBezTo>
                    <a:pt x="1264818" y="1444263"/>
                    <a:pt x="1264818" y="1444263"/>
                    <a:pt x="1264818" y="1444263"/>
                  </a:cubicBezTo>
                  <a:cubicBezTo>
                    <a:pt x="1269063" y="1444263"/>
                    <a:pt x="1269063" y="1444263"/>
                    <a:pt x="1269063" y="1444263"/>
                  </a:cubicBezTo>
                  <a:cubicBezTo>
                    <a:pt x="1269063" y="1444263"/>
                    <a:pt x="1269063" y="1444263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52758"/>
                    <a:pt x="1269063" y="1452758"/>
                    <a:pt x="1269063" y="1452758"/>
                  </a:cubicBezTo>
                  <a:cubicBezTo>
                    <a:pt x="1269063" y="1452758"/>
                    <a:pt x="1269063" y="1452758"/>
                    <a:pt x="1269063" y="1452758"/>
                  </a:cubicBezTo>
                  <a:cubicBezTo>
                    <a:pt x="1269063" y="1452758"/>
                    <a:pt x="1273307" y="1452758"/>
                    <a:pt x="1273307" y="1448510"/>
                  </a:cubicBezTo>
                  <a:cubicBezTo>
                    <a:pt x="1273307" y="1452758"/>
                    <a:pt x="1273307" y="1452758"/>
                    <a:pt x="1277551" y="1457006"/>
                  </a:cubicBezTo>
                  <a:cubicBezTo>
                    <a:pt x="1277551" y="1457006"/>
                    <a:pt x="1277551" y="1457006"/>
                    <a:pt x="1277551" y="1457006"/>
                  </a:cubicBezTo>
                  <a:cubicBezTo>
                    <a:pt x="1277551" y="1457006"/>
                    <a:pt x="1277551" y="1457006"/>
                    <a:pt x="1277551" y="1457006"/>
                  </a:cubicBezTo>
                  <a:cubicBezTo>
                    <a:pt x="1277551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61254"/>
                    <a:pt x="1277551" y="1469750"/>
                    <a:pt x="1273307" y="1478245"/>
                  </a:cubicBezTo>
                  <a:cubicBezTo>
                    <a:pt x="1273307" y="1478245"/>
                    <a:pt x="1273307" y="1478245"/>
                    <a:pt x="1269063" y="1478245"/>
                  </a:cubicBezTo>
                  <a:cubicBezTo>
                    <a:pt x="1269063" y="1478245"/>
                    <a:pt x="1269063" y="1478245"/>
                    <a:pt x="1269063" y="1478245"/>
                  </a:cubicBezTo>
                  <a:cubicBezTo>
                    <a:pt x="1269063" y="1478245"/>
                    <a:pt x="1269063" y="1478245"/>
                    <a:pt x="1269063" y="1478245"/>
                  </a:cubicBezTo>
                  <a:cubicBezTo>
                    <a:pt x="1260574" y="1495237"/>
                    <a:pt x="1252085" y="1507980"/>
                    <a:pt x="1243596" y="1524971"/>
                  </a:cubicBezTo>
                  <a:cubicBezTo>
                    <a:pt x="1239352" y="1529219"/>
                    <a:pt x="1230863" y="1537715"/>
                    <a:pt x="1235108" y="1546211"/>
                  </a:cubicBezTo>
                  <a:cubicBezTo>
                    <a:pt x="1235108" y="1546211"/>
                    <a:pt x="1235108" y="1550458"/>
                    <a:pt x="1235108" y="1550458"/>
                  </a:cubicBezTo>
                  <a:cubicBezTo>
                    <a:pt x="1235108" y="1550458"/>
                    <a:pt x="1235108" y="1550458"/>
                    <a:pt x="1235108" y="1550458"/>
                  </a:cubicBezTo>
                  <a:cubicBezTo>
                    <a:pt x="1235108" y="1550458"/>
                    <a:pt x="1235108" y="1550458"/>
                    <a:pt x="1235108" y="1550458"/>
                  </a:cubicBezTo>
                  <a:cubicBezTo>
                    <a:pt x="1239352" y="1550458"/>
                    <a:pt x="1243596" y="1550458"/>
                    <a:pt x="1247841" y="1550458"/>
                  </a:cubicBezTo>
                  <a:cubicBezTo>
                    <a:pt x="1252085" y="1550458"/>
                    <a:pt x="1256330" y="1550458"/>
                    <a:pt x="1256330" y="1550458"/>
                  </a:cubicBezTo>
                  <a:cubicBezTo>
                    <a:pt x="1256330" y="1550458"/>
                    <a:pt x="1256330" y="1550458"/>
                    <a:pt x="1256330" y="1550458"/>
                  </a:cubicBezTo>
                  <a:cubicBezTo>
                    <a:pt x="1256330" y="1550458"/>
                    <a:pt x="1256330" y="1550458"/>
                    <a:pt x="1256330" y="1550458"/>
                  </a:cubicBezTo>
                  <a:cubicBezTo>
                    <a:pt x="1264818" y="1541963"/>
                    <a:pt x="1260574" y="1537715"/>
                    <a:pt x="1264818" y="1533467"/>
                  </a:cubicBezTo>
                  <a:cubicBezTo>
                    <a:pt x="1269063" y="1520724"/>
                    <a:pt x="1277551" y="1507980"/>
                    <a:pt x="1286040" y="1495237"/>
                  </a:cubicBezTo>
                  <a:cubicBezTo>
                    <a:pt x="1286040" y="1490989"/>
                    <a:pt x="1290284" y="1486741"/>
                    <a:pt x="1290284" y="1486741"/>
                  </a:cubicBezTo>
                  <a:cubicBezTo>
                    <a:pt x="1294529" y="1482493"/>
                    <a:pt x="1298773" y="1473997"/>
                    <a:pt x="1307262" y="1469750"/>
                  </a:cubicBezTo>
                  <a:cubicBezTo>
                    <a:pt x="1307262" y="1469750"/>
                    <a:pt x="1307262" y="1469750"/>
                    <a:pt x="1307262" y="1469750"/>
                  </a:cubicBezTo>
                  <a:cubicBezTo>
                    <a:pt x="1307262" y="1469750"/>
                    <a:pt x="1307262" y="1469750"/>
                    <a:pt x="1307262" y="1469750"/>
                  </a:cubicBezTo>
                  <a:cubicBezTo>
                    <a:pt x="1307262" y="1469750"/>
                    <a:pt x="1307262" y="1473997"/>
                    <a:pt x="1307262" y="1473997"/>
                  </a:cubicBezTo>
                  <a:cubicBezTo>
                    <a:pt x="1307262" y="1478245"/>
                    <a:pt x="1307262" y="1478245"/>
                    <a:pt x="1303017" y="1482493"/>
                  </a:cubicBezTo>
                  <a:cubicBezTo>
                    <a:pt x="1303017" y="1490989"/>
                    <a:pt x="1303017" y="1495237"/>
                    <a:pt x="1298773" y="1499484"/>
                  </a:cubicBezTo>
                  <a:cubicBezTo>
                    <a:pt x="1298773" y="1503732"/>
                    <a:pt x="1294529" y="1507980"/>
                    <a:pt x="1294529" y="1507980"/>
                  </a:cubicBezTo>
                  <a:cubicBezTo>
                    <a:pt x="1294529" y="1512228"/>
                    <a:pt x="1294529" y="1512228"/>
                    <a:pt x="1294529" y="1512228"/>
                  </a:cubicBezTo>
                  <a:cubicBezTo>
                    <a:pt x="1298773" y="1512228"/>
                    <a:pt x="1298773" y="1512228"/>
                    <a:pt x="1298773" y="1512228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0284" y="1524971"/>
                    <a:pt x="1290284" y="1524971"/>
                  </a:cubicBezTo>
                  <a:cubicBezTo>
                    <a:pt x="1286040" y="1529219"/>
                    <a:pt x="1286040" y="1533467"/>
                    <a:pt x="1281796" y="1537715"/>
                  </a:cubicBezTo>
                  <a:cubicBezTo>
                    <a:pt x="1273307" y="1546211"/>
                    <a:pt x="1264818" y="1554706"/>
                    <a:pt x="1260574" y="1563202"/>
                  </a:cubicBezTo>
                  <a:cubicBezTo>
                    <a:pt x="1260574" y="1563202"/>
                    <a:pt x="1260574" y="1563202"/>
                    <a:pt x="1260574" y="1563202"/>
                  </a:cubicBezTo>
                  <a:cubicBezTo>
                    <a:pt x="1260574" y="1563202"/>
                    <a:pt x="1260574" y="1563202"/>
                    <a:pt x="1260574" y="1563202"/>
                  </a:cubicBezTo>
                  <a:cubicBezTo>
                    <a:pt x="1264818" y="1567450"/>
                    <a:pt x="1269063" y="1567450"/>
                    <a:pt x="1273307" y="1567450"/>
                  </a:cubicBezTo>
                  <a:cubicBezTo>
                    <a:pt x="1277551" y="1567450"/>
                    <a:pt x="1286040" y="1567450"/>
                    <a:pt x="1286040" y="1567450"/>
                  </a:cubicBezTo>
                  <a:cubicBezTo>
                    <a:pt x="1286040" y="1567450"/>
                    <a:pt x="1290284" y="1567450"/>
                    <a:pt x="1290284" y="1567450"/>
                  </a:cubicBezTo>
                  <a:cubicBezTo>
                    <a:pt x="1294529" y="1563202"/>
                    <a:pt x="1294529" y="1554706"/>
                    <a:pt x="1294529" y="1550458"/>
                  </a:cubicBezTo>
                  <a:cubicBezTo>
                    <a:pt x="1298773" y="1546211"/>
                    <a:pt x="1303017" y="1537715"/>
                    <a:pt x="1311506" y="1533467"/>
                  </a:cubicBezTo>
                  <a:cubicBezTo>
                    <a:pt x="1311506" y="1533467"/>
                    <a:pt x="1311506" y="1529219"/>
                    <a:pt x="1311506" y="1529219"/>
                  </a:cubicBezTo>
                  <a:cubicBezTo>
                    <a:pt x="1311506" y="1533467"/>
                    <a:pt x="1315751" y="1533467"/>
                    <a:pt x="1315751" y="1533467"/>
                  </a:cubicBezTo>
                  <a:cubicBezTo>
                    <a:pt x="1315751" y="1537715"/>
                    <a:pt x="1319995" y="1537715"/>
                    <a:pt x="1319995" y="1541963"/>
                  </a:cubicBezTo>
                  <a:cubicBezTo>
                    <a:pt x="1319995" y="1541963"/>
                    <a:pt x="1319995" y="1546211"/>
                    <a:pt x="1319995" y="1550458"/>
                  </a:cubicBezTo>
                  <a:cubicBezTo>
                    <a:pt x="1319995" y="1554706"/>
                    <a:pt x="1315751" y="1558954"/>
                    <a:pt x="1311506" y="1563202"/>
                  </a:cubicBezTo>
                  <a:cubicBezTo>
                    <a:pt x="1307262" y="1563202"/>
                    <a:pt x="1307262" y="1563202"/>
                    <a:pt x="1307262" y="1563202"/>
                  </a:cubicBezTo>
                  <a:cubicBezTo>
                    <a:pt x="1303017" y="1567450"/>
                    <a:pt x="1303017" y="1567450"/>
                    <a:pt x="1298773" y="1567450"/>
                  </a:cubicBezTo>
                  <a:cubicBezTo>
                    <a:pt x="1298773" y="1567450"/>
                    <a:pt x="1298773" y="1571697"/>
                    <a:pt x="1294529" y="1571697"/>
                  </a:cubicBezTo>
                  <a:cubicBezTo>
                    <a:pt x="1294529" y="1571697"/>
                    <a:pt x="1294529" y="1571697"/>
                    <a:pt x="1294529" y="1571697"/>
                  </a:cubicBezTo>
                  <a:cubicBezTo>
                    <a:pt x="1294529" y="1571697"/>
                    <a:pt x="1294529" y="1571697"/>
                    <a:pt x="1294529" y="1571697"/>
                  </a:cubicBezTo>
                  <a:cubicBezTo>
                    <a:pt x="1294529" y="1575945"/>
                    <a:pt x="1294529" y="1575945"/>
                    <a:pt x="1294529" y="1575945"/>
                  </a:cubicBezTo>
                  <a:cubicBezTo>
                    <a:pt x="1294529" y="1575945"/>
                    <a:pt x="1294529" y="1575945"/>
                    <a:pt x="1294529" y="1575945"/>
                  </a:cubicBezTo>
                  <a:cubicBezTo>
                    <a:pt x="1303017" y="1571697"/>
                    <a:pt x="1307262" y="1571697"/>
                    <a:pt x="1311506" y="1571697"/>
                  </a:cubicBezTo>
                  <a:cubicBezTo>
                    <a:pt x="1319995" y="1571697"/>
                    <a:pt x="1324239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6972" y="1571697"/>
                    <a:pt x="1336972" y="1571697"/>
                    <a:pt x="1336972" y="1571697"/>
                  </a:cubicBezTo>
                  <a:cubicBezTo>
                    <a:pt x="1336972" y="1563202"/>
                    <a:pt x="1336972" y="1546211"/>
                    <a:pt x="1332728" y="1537715"/>
                  </a:cubicBezTo>
                  <a:cubicBezTo>
                    <a:pt x="1332728" y="1537715"/>
                    <a:pt x="1332728" y="1537715"/>
                    <a:pt x="1332728" y="1537715"/>
                  </a:cubicBezTo>
                  <a:cubicBezTo>
                    <a:pt x="1328484" y="1533467"/>
                    <a:pt x="1324239" y="1529219"/>
                    <a:pt x="1319995" y="1524971"/>
                  </a:cubicBezTo>
                  <a:cubicBezTo>
                    <a:pt x="1319995" y="1520724"/>
                    <a:pt x="1319995" y="1520724"/>
                    <a:pt x="1319995" y="1520724"/>
                  </a:cubicBezTo>
                  <a:cubicBezTo>
                    <a:pt x="1319995" y="1520724"/>
                    <a:pt x="1319995" y="1516476"/>
                    <a:pt x="1324239" y="1516476"/>
                  </a:cubicBezTo>
                  <a:cubicBezTo>
                    <a:pt x="1324239" y="1516476"/>
                    <a:pt x="1328484" y="1512228"/>
                    <a:pt x="1328484" y="1512228"/>
                  </a:cubicBezTo>
                  <a:cubicBezTo>
                    <a:pt x="1336972" y="1507980"/>
                    <a:pt x="1336972" y="1507980"/>
                    <a:pt x="1336972" y="1507980"/>
                  </a:cubicBezTo>
                  <a:cubicBezTo>
                    <a:pt x="1336972" y="1507980"/>
                    <a:pt x="1336972" y="1507980"/>
                    <a:pt x="1336972" y="1507980"/>
                  </a:cubicBezTo>
                  <a:cubicBezTo>
                    <a:pt x="1341217" y="1503732"/>
                    <a:pt x="1336972" y="1499484"/>
                    <a:pt x="1341217" y="1495237"/>
                  </a:cubicBezTo>
                  <a:cubicBezTo>
                    <a:pt x="1341217" y="1495237"/>
                    <a:pt x="1341217" y="1495237"/>
                    <a:pt x="1341217" y="1495237"/>
                  </a:cubicBezTo>
                  <a:cubicBezTo>
                    <a:pt x="1341217" y="1495237"/>
                    <a:pt x="1341217" y="1495237"/>
                    <a:pt x="1341217" y="1495237"/>
                  </a:cubicBezTo>
                  <a:cubicBezTo>
                    <a:pt x="1341217" y="1495237"/>
                    <a:pt x="1341217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2728" y="1490989"/>
                    <a:pt x="1328484" y="1490989"/>
                    <a:pt x="1328484" y="1490989"/>
                  </a:cubicBezTo>
                  <a:cubicBezTo>
                    <a:pt x="1324239" y="1495237"/>
                    <a:pt x="1324239" y="1495237"/>
                    <a:pt x="1324239" y="1495237"/>
                  </a:cubicBezTo>
                  <a:cubicBezTo>
                    <a:pt x="1319995" y="1499484"/>
                    <a:pt x="1319995" y="1499484"/>
                    <a:pt x="1319995" y="1499484"/>
                  </a:cubicBezTo>
                  <a:cubicBezTo>
                    <a:pt x="1307262" y="1507980"/>
                    <a:pt x="1307262" y="1507980"/>
                    <a:pt x="1307262" y="1507980"/>
                  </a:cubicBezTo>
                  <a:cubicBezTo>
                    <a:pt x="1307262" y="1507980"/>
                    <a:pt x="1307262" y="1507980"/>
                    <a:pt x="1307262" y="1507980"/>
                  </a:cubicBezTo>
                  <a:cubicBezTo>
                    <a:pt x="1307262" y="1507980"/>
                    <a:pt x="1307262" y="1507980"/>
                    <a:pt x="1303017" y="1503732"/>
                  </a:cubicBezTo>
                  <a:cubicBezTo>
                    <a:pt x="1303017" y="1503732"/>
                    <a:pt x="1303017" y="1503732"/>
                    <a:pt x="1303017" y="1503732"/>
                  </a:cubicBezTo>
                  <a:cubicBezTo>
                    <a:pt x="1303017" y="1503732"/>
                    <a:pt x="1303017" y="1503732"/>
                    <a:pt x="1303017" y="1503732"/>
                  </a:cubicBezTo>
                  <a:cubicBezTo>
                    <a:pt x="1307262" y="1499484"/>
                    <a:pt x="1311506" y="1495237"/>
                    <a:pt x="1315751" y="1486741"/>
                  </a:cubicBezTo>
                  <a:cubicBezTo>
                    <a:pt x="1315751" y="1486741"/>
                    <a:pt x="1315751" y="1486741"/>
                    <a:pt x="1315751" y="1486741"/>
                  </a:cubicBezTo>
                  <a:cubicBezTo>
                    <a:pt x="1319995" y="1478245"/>
                    <a:pt x="1319995" y="1473997"/>
                    <a:pt x="1324239" y="1465502"/>
                  </a:cubicBezTo>
                  <a:cubicBezTo>
                    <a:pt x="1324239" y="1465502"/>
                    <a:pt x="1328484" y="1457006"/>
                    <a:pt x="1324239" y="1452758"/>
                  </a:cubicBezTo>
                  <a:cubicBezTo>
                    <a:pt x="1324239" y="1448510"/>
                    <a:pt x="1324239" y="1448510"/>
                    <a:pt x="1324239" y="1448510"/>
                  </a:cubicBezTo>
                  <a:cubicBezTo>
                    <a:pt x="1319995" y="1448510"/>
                    <a:pt x="1315751" y="1448510"/>
                    <a:pt x="1311506" y="1448510"/>
                  </a:cubicBezTo>
                  <a:cubicBezTo>
                    <a:pt x="1307262" y="1452758"/>
                    <a:pt x="1303017" y="1457006"/>
                    <a:pt x="1303017" y="1461254"/>
                  </a:cubicBezTo>
                  <a:cubicBezTo>
                    <a:pt x="1303017" y="1461254"/>
                    <a:pt x="1303017" y="1461254"/>
                    <a:pt x="1298773" y="1461254"/>
                  </a:cubicBezTo>
                  <a:cubicBezTo>
                    <a:pt x="1294529" y="1469750"/>
                    <a:pt x="1286040" y="1478245"/>
                    <a:pt x="1281796" y="1486741"/>
                  </a:cubicBezTo>
                  <a:cubicBezTo>
                    <a:pt x="1277551" y="1490989"/>
                    <a:pt x="1273307" y="1495237"/>
                    <a:pt x="1273307" y="1499484"/>
                  </a:cubicBezTo>
                  <a:cubicBezTo>
                    <a:pt x="1269063" y="1499484"/>
                    <a:pt x="1264818" y="1507980"/>
                    <a:pt x="1264818" y="1512228"/>
                  </a:cubicBezTo>
                  <a:cubicBezTo>
                    <a:pt x="1264818" y="1512228"/>
                    <a:pt x="1264818" y="1512228"/>
                    <a:pt x="1264818" y="1512228"/>
                  </a:cubicBezTo>
                  <a:cubicBezTo>
                    <a:pt x="1264818" y="1507980"/>
                    <a:pt x="1264818" y="1499484"/>
                    <a:pt x="1269063" y="1495237"/>
                  </a:cubicBezTo>
                  <a:cubicBezTo>
                    <a:pt x="1277551" y="1482493"/>
                    <a:pt x="1277551" y="1482493"/>
                    <a:pt x="1277551" y="1482493"/>
                  </a:cubicBezTo>
                  <a:cubicBezTo>
                    <a:pt x="1290284" y="1457006"/>
                    <a:pt x="1290284" y="1457006"/>
                    <a:pt x="1290284" y="1457006"/>
                  </a:cubicBezTo>
                  <a:cubicBezTo>
                    <a:pt x="1290284" y="1457006"/>
                    <a:pt x="1294529" y="1457006"/>
                    <a:pt x="1294529" y="1452758"/>
                  </a:cubicBezTo>
                  <a:cubicBezTo>
                    <a:pt x="1298773" y="1452758"/>
                    <a:pt x="1298773" y="1452758"/>
                    <a:pt x="1298773" y="1452758"/>
                  </a:cubicBezTo>
                  <a:cubicBezTo>
                    <a:pt x="1303017" y="1452758"/>
                    <a:pt x="1303017" y="1448510"/>
                    <a:pt x="1303017" y="1448510"/>
                  </a:cubicBezTo>
                  <a:cubicBezTo>
                    <a:pt x="1311506" y="1435767"/>
                    <a:pt x="1307262" y="1418776"/>
                    <a:pt x="1311506" y="1406032"/>
                  </a:cubicBezTo>
                  <a:cubicBezTo>
                    <a:pt x="1311506" y="1401784"/>
                    <a:pt x="1311506" y="1384793"/>
                    <a:pt x="1307262" y="1376297"/>
                  </a:cubicBezTo>
                  <a:cubicBezTo>
                    <a:pt x="1307262" y="1372049"/>
                    <a:pt x="1303017" y="1372049"/>
                    <a:pt x="1303017" y="1372049"/>
                  </a:cubicBezTo>
                  <a:cubicBezTo>
                    <a:pt x="1298773" y="1372049"/>
                    <a:pt x="1294529" y="1372049"/>
                    <a:pt x="1290284" y="1372049"/>
                  </a:cubicBezTo>
                  <a:cubicBezTo>
                    <a:pt x="1290284" y="1372049"/>
                    <a:pt x="1290284" y="1372049"/>
                    <a:pt x="1290284" y="1372049"/>
                  </a:cubicBezTo>
                  <a:cubicBezTo>
                    <a:pt x="1290284" y="1376297"/>
                    <a:pt x="1290284" y="1376297"/>
                    <a:pt x="1290284" y="1376297"/>
                  </a:cubicBezTo>
                  <a:cubicBezTo>
                    <a:pt x="1286040" y="1380545"/>
                    <a:pt x="1277551" y="1397536"/>
                    <a:pt x="1273307" y="1406032"/>
                  </a:cubicBezTo>
                  <a:cubicBezTo>
                    <a:pt x="1269063" y="1401784"/>
                    <a:pt x="1273307" y="1397536"/>
                    <a:pt x="1273307" y="1393289"/>
                  </a:cubicBezTo>
                  <a:cubicBezTo>
                    <a:pt x="1277551" y="1389041"/>
                    <a:pt x="1277551" y="1380545"/>
                    <a:pt x="1273307" y="1376297"/>
                  </a:cubicBezTo>
                  <a:cubicBezTo>
                    <a:pt x="1273307" y="1376297"/>
                    <a:pt x="1273307" y="1376297"/>
                    <a:pt x="1273307" y="1376297"/>
                  </a:cubicBezTo>
                  <a:cubicBezTo>
                    <a:pt x="1273307" y="1376297"/>
                    <a:pt x="1273307" y="1376297"/>
                    <a:pt x="1273307" y="1376297"/>
                  </a:cubicBezTo>
                  <a:cubicBezTo>
                    <a:pt x="1273307" y="1372049"/>
                    <a:pt x="1273307" y="1372049"/>
                    <a:pt x="1269063" y="1372049"/>
                  </a:cubicBezTo>
                  <a:cubicBezTo>
                    <a:pt x="1264818" y="1372049"/>
                    <a:pt x="1256330" y="1372049"/>
                    <a:pt x="1247841" y="1376297"/>
                  </a:cubicBezTo>
                  <a:cubicBezTo>
                    <a:pt x="1247841" y="1376297"/>
                    <a:pt x="1247841" y="1376297"/>
                    <a:pt x="1247841" y="1376297"/>
                  </a:cubicBezTo>
                  <a:cubicBezTo>
                    <a:pt x="1247841" y="1376297"/>
                    <a:pt x="1247841" y="1376297"/>
                    <a:pt x="1247841" y="1376297"/>
                  </a:cubicBezTo>
                  <a:cubicBezTo>
                    <a:pt x="1247841" y="1380545"/>
                    <a:pt x="1252085" y="1384793"/>
                    <a:pt x="1252085" y="1384793"/>
                  </a:cubicBezTo>
                  <a:cubicBezTo>
                    <a:pt x="1252085" y="1389041"/>
                    <a:pt x="1252085" y="1389041"/>
                    <a:pt x="1252085" y="1389041"/>
                  </a:cubicBezTo>
                  <a:cubicBezTo>
                    <a:pt x="1252085" y="1397536"/>
                    <a:pt x="1252085" y="1397536"/>
                    <a:pt x="1252085" y="1397536"/>
                  </a:cubicBezTo>
                  <a:cubicBezTo>
                    <a:pt x="1252085" y="1401784"/>
                    <a:pt x="1252085" y="1410280"/>
                    <a:pt x="1252085" y="1414528"/>
                  </a:cubicBezTo>
                  <a:cubicBezTo>
                    <a:pt x="1252085" y="1418776"/>
                    <a:pt x="1252085" y="1423023"/>
                    <a:pt x="1247841" y="1423023"/>
                  </a:cubicBezTo>
                  <a:cubicBezTo>
                    <a:pt x="1247841" y="1423023"/>
                    <a:pt x="1243596" y="1427271"/>
                    <a:pt x="1243596" y="1427271"/>
                  </a:cubicBezTo>
                  <a:cubicBezTo>
                    <a:pt x="1239352" y="1427271"/>
                    <a:pt x="1239352" y="1427271"/>
                    <a:pt x="1239352" y="1427271"/>
                  </a:cubicBezTo>
                  <a:cubicBezTo>
                    <a:pt x="1235108" y="1427271"/>
                    <a:pt x="1230863" y="1423023"/>
                    <a:pt x="1222375" y="1423023"/>
                  </a:cubicBezTo>
                  <a:cubicBezTo>
                    <a:pt x="1218130" y="1423023"/>
                    <a:pt x="1218130" y="1423023"/>
                    <a:pt x="1213886" y="1423023"/>
                  </a:cubicBezTo>
                  <a:cubicBezTo>
                    <a:pt x="1209642" y="1423023"/>
                    <a:pt x="1209642" y="1423023"/>
                    <a:pt x="1205397" y="1423023"/>
                  </a:cubicBezTo>
                  <a:cubicBezTo>
                    <a:pt x="1201153" y="1427271"/>
                    <a:pt x="1201153" y="1427271"/>
                    <a:pt x="1201153" y="1427271"/>
                  </a:cubicBezTo>
                  <a:close/>
                  <a:moveTo>
                    <a:pt x="1052600" y="1584441"/>
                  </a:moveTo>
                  <a:cubicBezTo>
                    <a:pt x="1052600" y="1584441"/>
                    <a:pt x="1052600" y="1588689"/>
                    <a:pt x="1052600" y="1588689"/>
                  </a:cubicBezTo>
                  <a:cubicBezTo>
                    <a:pt x="1052600" y="1601432"/>
                    <a:pt x="1069578" y="1609928"/>
                    <a:pt x="1073822" y="1618424"/>
                  </a:cubicBezTo>
                  <a:cubicBezTo>
                    <a:pt x="1078067" y="1618424"/>
                    <a:pt x="1078067" y="1618424"/>
                    <a:pt x="1082311" y="1618424"/>
                  </a:cubicBezTo>
                  <a:cubicBezTo>
                    <a:pt x="1082311" y="1622671"/>
                    <a:pt x="1082311" y="1622671"/>
                    <a:pt x="1086555" y="1622671"/>
                  </a:cubicBezTo>
                  <a:cubicBezTo>
                    <a:pt x="1086555" y="1622671"/>
                    <a:pt x="1090800" y="1622671"/>
                    <a:pt x="1090800" y="1622671"/>
                  </a:cubicBezTo>
                  <a:cubicBezTo>
                    <a:pt x="1090800" y="1622671"/>
                    <a:pt x="1090800" y="1622671"/>
                    <a:pt x="1090800" y="1622671"/>
                  </a:cubicBezTo>
                  <a:cubicBezTo>
                    <a:pt x="1099288" y="1618424"/>
                    <a:pt x="1103533" y="1609928"/>
                    <a:pt x="1107777" y="1605680"/>
                  </a:cubicBezTo>
                  <a:cubicBezTo>
                    <a:pt x="1112021" y="1605680"/>
                    <a:pt x="1112021" y="1601432"/>
                    <a:pt x="1116266" y="1601432"/>
                  </a:cubicBezTo>
                  <a:cubicBezTo>
                    <a:pt x="1116266" y="1597184"/>
                    <a:pt x="1120510" y="1597184"/>
                    <a:pt x="1120510" y="1592937"/>
                  </a:cubicBezTo>
                  <a:cubicBezTo>
                    <a:pt x="1120510" y="1592937"/>
                    <a:pt x="1120510" y="1592937"/>
                    <a:pt x="1120510" y="1592937"/>
                  </a:cubicBezTo>
                  <a:cubicBezTo>
                    <a:pt x="1116266" y="1592937"/>
                    <a:pt x="1116266" y="1592937"/>
                    <a:pt x="1116266" y="1592937"/>
                  </a:cubicBezTo>
                  <a:cubicBezTo>
                    <a:pt x="1116266" y="1592937"/>
                    <a:pt x="1112021" y="1592937"/>
                    <a:pt x="1107777" y="1592937"/>
                  </a:cubicBezTo>
                  <a:cubicBezTo>
                    <a:pt x="1107777" y="1592937"/>
                    <a:pt x="1107777" y="1592937"/>
                    <a:pt x="1107777" y="1592937"/>
                  </a:cubicBezTo>
                  <a:cubicBezTo>
                    <a:pt x="1107777" y="1592937"/>
                    <a:pt x="1107777" y="1592937"/>
                    <a:pt x="1107777" y="1592937"/>
                  </a:cubicBezTo>
                  <a:cubicBezTo>
                    <a:pt x="1107777" y="1592937"/>
                    <a:pt x="1103533" y="1592937"/>
                    <a:pt x="1103533" y="1592937"/>
                  </a:cubicBezTo>
                  <a:cubicBezTo>
                    <a:pt x="1099288" y="1592937"/>
                    <a:pt x="1095044" y="1597184"/>
                    <a:pt x="1090800" y="1597184"/>
                  </a:cubicBezTo>
                  <a:cubicBezTo>
                    <a:pt x="1090800" y="1597184"/>
                    <a:pt x="1086555" y="1597184"/>
                    <a:pt x="1086555" y="1597184"/>
                  </a:cubicBezTo>
                  <a:cubicBezTo>
                    <a:pt x="1082311" y="1597184"/>
                    <a:pt x="1078067" y="1597184"/>
                    <a:pt x="1078067" y="1597184"/>
                  </a:cubicBezTo>
                  <a:cubicBezTo>
                    <a:pt x="1069578" y="1592937"/>
                    <a:pt x="1061089" y="1588689"/>
                    <a:pt x="1056845" y="1580193"/>
                  </a:cubicBezTo>
                  <a:cubicBezTo>
                    <a:pt x="1056845" y="1580193"/>
                    <a:pt x="1056845" y="1580193"/>
                    <a:pt x="1056845" y="1580193"/>
                  </a:cubicBezTo>
                  <a:cubicBezTo>
                    <a:pt x="1052600" y="1580193"/>
                    <a:pt x="1052600" y="1580193"/>
                    <a:pt x="1052600" y="1580193"/>
                  </a:cubicBezTo>
                  <a:cubicBezTo>
                    <a:pt x="1052600" y="1580193"/>
                    <a:pt x="1052600" y="1580193"/>
                    <a:pt x="1052600" y="1580193"/>
                  </a:cubicBezTo>
                  <a:lnTo>
                    <a:pt x="1052600" y="1584441"/>
                  </a:lnTo>
                  <a:close/>
                  <a:moveTo>
                    <a:pt x="1014401" y="1605680"/>
                  </a:moveTo>
                  <a:cubicBezTo>
                    <a:pt x="1018646" y="1601432"/>
                    <a:pt x="1018646" y="1597184"/>
                    <a:pt x="1022890" y="1592937"/>
                  </a:cubicBezTo>
                  <a:cubicBezTo>
                    <a:pt x="1027134" y="1609928"/>
                    <a:pt x="1022890" y="1618424"/>
                    <a:pt x="1014401" y="1626919"/>
                  </a:cubicBezTo>
                  <a:cubicBezTo>
                    <a:pt x="1005912" y="1635415"/>
                    <a:pt x="993179" y="1639663"/>
                    <a:pt x="980446" y="1648158"/>
                  </a:cubicBezTo>
                  <a:cubicBezTo>
                    <a:pt x="980446" y="1648158"/>
                    <a:pt x="980446" y="1648158"/>
                    <a:pt x="980446" y="1648158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4691" y="1656654"/>
                    <a:pt x="993179" y="1652406"/>
                    <a:pt x="997424" y="1652406"/>
                  </a:cubicBezTo>
                  <a:cubicBezTo>
                    <a:pt x="1001668" y="1652406"/>
                    <a:pt x="1001668" y="1652406"/>
                    <a:pt x="1001668" y="1652406"/>
                  </a:cubicBezTo>
                  <a:cubicBezTo>
                    <a:pt x="1027134" y="1643911"/>
                    <a:pt x="1039867" y="1622671"/>
                    <a:pt x="1044112" y="1601432"/>
                  </a:cubicBezTo>
                  <a:cubicBezTo>
                    <a:pt x="1044112" y="1592937"/>
                    <a:pt x="1044112" y="1580193"/>
                    <a:pt x="1044112" y="1571697"/>
                  </a:cubicBezTo>
                  <a:cubicBezTo>
                    <a:pt x="1048356" y="1567450"/>
                    <a:pt x="1048356" y="1567450"/>
                    <a:pt x="1052600" y="1563202"/>
                  </a:cubicBezTo>
                  <a:cubicBezTo>
                    <a:pt x="1052600" y="1563202"/>
                    <a:pt x="1052600" y="1563202"/>
                    <a:pt x="1052600" y="1563202"/>
                  </a:cubicBezTo>
                  <a:cubicBezTo>
                    <a:pt x="1052600" y="1563202"/>
                    <a:pt x="1052600" y="1563202"/>
                    <a:pt x="1052600" y="1563202"/>
                  </a:cubicBezTo>
                  <a:cubicBezTo>
                    <a:pt x="1056845" y="1563202"/>
                    <a:pt x="1061089" y="1558954"/>
                    <a:pt x="1065333" y="1554706"/>
                  </a:cubicBezTo>
                  <a:cubicBezTo>
                    <a:pt x="1065333" y="1550458"/>
                    <a:pt x="1065333" y="1550458"/>
                    <a:pt x="1065333" y="1550458"/>
                  </a:cubicBezTo>
                  <a:cubicBezTo>
                    <a:pt x="1065333" y="1554706"/>
                    <a:pt x="1065333" y="1554706"/>
                    <a:pt x="1065333" y="1554706"/>
                  </a:cubicBezTo>
                  <a:cubicBezTo>
                    <a:pt x="1069578" y="1546211"/>
                    <a:pt x="1078067" y="1537715"/>
                    <a:pt x="1082311" y="1533467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78067" y="1524971"/>
                    <a:pt x="1073822" y="1524971"/>
                  </a:cubicBezTo>
                  <a:cubicBezTo>
                    <a:pt x="1069578" y="1524971"/>
                    <a:pt x="1065333" y="1524971"/>
                    <a:pt x="1061089" y="1524971"/>
                  </a:cubicBezTo>
                  <a:cubicBezTo>
                    <a:pt x="1061089" y="1524971"/>
                    <a:pt x="1052600" y="1524971"/>
                    <a:pt x="1052600" y="1524971"/>
                  </a:cubicBezTo>
                  <a:cubicBezTo>
                    <a:pt x="1052600" y="1524971"/>
                    <a:pt x="1052600" y="1524971"/>
                    <a:pt x="1052600" y="1524971"/>
                  </a:cubicBezTo>
                  <a:cubicBezTo>
                    <a:pt x="1052600" y="1524971"/>
                    <a:pt x="1052600" y="1524971"/>
                    <a:pt x="1052600" y="1524971"/>
                  </a:cubicBezTo>
                  <a:cubicBezTo>
                    <a:pt x="1048356" y="1524971"/>
                    <a:pt x="1048356" y="1524971"/>
                    <a:pt x="1048356" y="1524971"/>
                  </a:cubicBezTo>
                  <a:cubicBezTo>
                    <a:pt x="1048356" y="1524971"/>
                    <a:pt x="1048356" y="1524971"/>
                    <a:pt x="1048356" y="1524971"/>
                  </a:cubicBezTo>
                  <a:cubicBezTo>
                    <a:pt x="1048356" y="1524971"/>
                    <a:pt x="1052600" y="1529219"/>
                    <a:pt x="1052600" y="1529219"/>
                  </a:cubicBezTo>
                  <a:cubicBezTo>
                    <a:pt x="1052600" y="1533467"/>
                    <a:pt x="1056845" y="1533467"/>
                    <a:pt x="1056845" y="1533467"/>
                  </a:cubicBezTo>
                  <a:cubicBezTo>
                    <a:pt x="1056845" y="1533467"/>
                    <a:pt x="1056845" y="1533467"/>
                    <a:pt x="1056845" y="1533467"/>
                  </a:cubicBezTo>
                  <a:cubicBezTo>
                    <a:pt x="1056845" y="1537715"/>
                    <a:pt x="1048356" y="1546211"/>
                    <a:pt x="1044112" y="1550458"/>
                  </a:cubicBezTo>
                  <a:cubicBezTo>
                    <a:pt x="1044112" y="1533467"/>
                    <a:pt x="1048356" y="1516476"/>
                    <a:pt x="1048356" y="1499484"/>
                  </a:cubicBezTo>
                  <a:cubicBezTo>
                    <a:pt x="1044112" y="1499484"/>
                    <a:pt x="1044112" y="1499484"/>
                    <a:pt x="1044112" y="1499484"/>
                  </a:cubicBezTo>
                  <a:cubicBezTo>
                    <a:pt x="1044112" y="1499484"/>
                    <a:pt x="1044112" y="1499484"/>
                    <a:pt x="1044112" y="1499484"/>
                  </a:cubicBezTo>
                  <a:cubicBezTo>
                    <a:pt x="1039867" y="1495237"/>
                    <a:pt x="1022890" y="1486741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5237"/>
                    <a:pt x="1014401" y="1495237"/>
                    <a:pt x="1014401" y="1499484"/>
                  </a:cubicBezTo>
                  <a:cubicBezTo>
                    <a:pt x="1014401" y="1503732"/>
                    <a:pt x="1018646" y="1507980"/>
                    <a:pt x="1018646" y="1512228"/>
                  </a:cubicBezTo>
                  <a:cubicBezTo>
                    <a:pt x="1018646" y="1512228"/>
                    <a:pt x="1018646" y="1516476"/>
                    <a:pt x="1018646" y="1516476"/>
                  </a:cubicBezTo>
                  <a:cubicBezTo>
                    <a:pt x="1022890" y="1533467"/>
                    <a:pt x="1022890" y="1550458"/>
                    <a:pt x="1022890" y="1567450"/>
                  </a:cubicBezTo>
                  <a:cubicBezTo>
                    <a:pt x="1014401" y="1575945"/>
                    <a:pt x="1005912" y="1584441"/>
                    <a:pt x="997424" y="1592937"/>
                  </a:cubicBezTo>
                  <a:cubicBezTo>
                    <a:pt x="993179" y="1597184"/>
                    <a:pt x="988935" y="1597184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4691" y="1609928"/>
                    <a:pt x="988935" y="1622671"/>
                    <a:pt x="997424" y="1618424"/>
                  </a:cubicBezTo>
                  <a:cubicBezTo>
                    <a:pt x="997424" y="1618424"/>
                    <a:pt x="997424" y="1618424"/>
                    <a:pt x="1001668" y="1618424"/>
                  </a:cubicBezTo>
                  <a:cubicBezTo>
                    <a:pt x="1005912" y="1614176"/>
                    <a:pt x="1010157" y="1609928"/>
                    <a:pt x="1014401" y="1605680"/>
                  </a:cubicBezTo>
                  <a:moveTo>
                    <a:pt x="946491" y="1117180"/>
                  </a:moveTo>
                  <a:cubicBezTo>
                    <a:pt x="942247" y="1117180"/>
                    <a:pt x="942247" y="1121427"/>
                    <a:pt x="942247" y="1125675"/>
                  </a:cubicBezTo>
                  <a:cubicBezTo>
                    <a:pt x="942247" y="1129923"/>
                    <a:pt x="942247" y="1134171"/>
                    <a:pt x="946491" y="1138419"/>
                  </a:cubicBezTo>
                  <a:cubicBezTo>
                    <a:pt x="950736" y="1138419"/>
                    <a:pt x="954980" y="1142667"/>
                    <a:pt x="963469" y="1142667"/>
                  </a:cubicBezTo>
                  <a:cubicBezTo>
                    <a:pt x="967713" y="1142667"/>
                    <a:pt x="971958" y="1138419"/>
                    <a:pt x="976202" y="1138419"/>
                  </a:cubicBezTo>
                  <a:cubicBezTo>
                    <a:pt x="980446" y="1134171"/>
                    <a:pt x="984691" y="1129923"/>
                    <a:pt x="984691" y="1125675"/>
                  </a:cubicBezTo>
                  <a:cubicBezTo>
                    <a:pt x="984691" y="1121427"/>
                    <a:pt x="980446" y="1117180"/>
                    <a:pt x="976202" y="1117180"/>
                  </a:cubicBezTo>
                  <a:cubicBezTo>
                    <a:pt x="971958" y="1112932"/>
                    <a:pt x="967713" y="1112932"/>
                    <a:pt x="963469" y="1112932"/>
                  </a:cubicBezTo>
                  <a:cubicBezTo>
                    <a:pt x="963469" y="1112932"/>
                    <a:pt x="963469" y="1112932"/>
                    <a:pt x="963469" y="1112932"/>
                  </a:cubicBezTo>
                  <a:cubicBezTo>
                    <a:pt x="954980" y="1112932"/>
                    <a:pt x="950736" y="1112932"/>
                    <a:pt x="946491" y="1117180"/>
                  </a:cubicBezTo>
                  <a:moveTo>
                    <a:pt x="874337" y="1134171"/>
                  </a:moveTo>
                  <a:cubicBezTo>
                    <a:pt x="878582" y="1134171"/>
                    <a:pt x="882826" y="1129923"/>
                    <a:pt x="882826" y="1125675"/>
                  </a:cubicBezTo>
                  <a:cubicBezTo>
                    <a:pt x="882826" y="1121427"/>
                    <a:pt x="878582" y="1117180"/>
                    <a:pt x="874337" y="1117180"/>
                  </a:cubicBezTo>
                  <a:cubicBezTo>
                    <a:pt x="874337" y="1112932"/>
                    <a:pt x="865849" y="1108684"/>
                    <a:pt x="861604" y="1108684"/>
                  </a:cubicBezTo>
                  <a:cubicBezTo>
                    <a:pt x="861604" y="1108684"/>
                    <a:pt x="861604" y="1108684"/>
                    <a:pt x="861604" y="1108684"/>
                  </a:cubicBezTo>
                  <a:cubicBezTo>
                    <a:pt x="853116" y="1108684"/>
                    <a:pt x="848871" y="1112932"/>
                    <a:pt x="844627" y="1117180"/>
                  </a:cubicBezTo>
                  <a:cubicBezTo>
                    <a:pt x="840383" y="1117180"/>
                    <a:pt x="836138" y="1121427"/>
                    <a:pt x="836138" y="1125675"/>
                  </a:cubicBezTo>
                  <a:cubicBezTo>
                    <a:pt x="836138" y="1129923"/>
                    <a:pt x="840383" y="1134171"/>
                    <a:pt x="844627" y="1134171"/>
                  </a:cubicBezTo>
                  <a:cubicBezTo>
                    <a:pt x="848871" y="1138419"/>
                    <a:pt x="853116" y="1142667"/>
                    <a:pt x="861604" y="1142667"/>
                  </a:cubicBezTo>
                  <a:cubicBezTo>
                    <a:pt x="865849" y="1142667"/>
                    <a:pt x="874337" y="1138419"/>
                    <a:pt x="874337" y="1134171"/>
                  </a:cubicBezTo>
                  <a:moveTo>
                    <a:pt x="840383" y="1168154"/>
                  </a:moveTo>
                  <a:cubicBezTo>
                    <a:pt x="836138" y="1172401"/>
                    <a:pt x="836138" y="1172401"/>
                    <a:pt x="836138" y="1176649"/>
                  </a:cubicBezTo>
                  <a:cubicBezTo>
                    <a:pt x="836138" y="1180897"/>
                    <a:pt x="836138" y="1185145"/>
                    <a:pt x="840383" y="1189393"/>
                  </a:cubicBezTo>
                  <a:cubicBezTo>
                    <a:pt x="844627" y="1189393"/>
                    <a:pt x="853116" y="1193641"/>
                    <a:pt x="861604" y="1193641"/>
                  </a:cubicBezTo>
                  <a:cubicBezTo>
                    <a:pt x="865849" y="1193641"/>
                    <a:pt x="874337" y="1189393"/>
                    <a:pt x="878582" y="1189393"/>
                  </a:cubicBezTo>
                  <a:cubicBezTo>
                    <a:pt x="882826" y="1185145"/>
                    <a:pt x="882826" y="1180897"/>
                    <a:pt x="882826" y="1176649"/>
                  </a:cubicBezTo>
                  <a:cubicBezTo>
                    <a:pt x="882826" y="1172401"/>
                    <a:pt x="882826" y="1172401"/>
                    <a:pt x="878582" y="1168154"/>
                  </a:cubicBezTo>
                  <a:cubicBezTo>
                    <a:pt x="874337" y="1163906"/>
                    <a:pt x="865849" y="1159658"/>
                    <a:pt x="861604" y="1159658"/>
                  </a:cubicBezTo>
                  <a:cubicBezTo>
                    <a:pt x="861604" y="1159658"/>
                    <a:pt x="861604" y="1159658"/>
                    <a:pt x="861604" y="1159658"/>
                  </a:cubicBezTo>
                  <a:cubicBezTo>
                    <a:pt x="853116" y="1159658"/>
                    <a:pt x="844627" y="1163906"/>
                    <a:pt x="840383" y="1168154"/>
                  </a:cubicBezTo>
                  <a:moveTo>
                    <a:pt x="674853" y="845318"/>
                  </a:moveTo>
                  <a:cubicBezTo>
                    <a:pt x="674853" y="845318"/>
                    <a:pt x="674853" y="828327"/>
                    <a:pt x="679097" y="807088"/>
                  </a:cubicBezTo>
                  <a:cubicBezTo>
                    <a:pt x="679097" y="781601"/>
                    <a:pt x="687586" y="751866"/>
                    <a:pt x="696074" y="726379"/>
                  </a:cubicBezTo>
                  <a:cubicBezTo>
                    <a:pt x="700319" y="709388"/>
                    <a:pt x="704563" y="692396"/>
                    <a:pt x="717296" y="679653"/>
                  </a:cubicBezTo>
                  <a:cubicBezTo>
                    <a:pt x="717296" y="671157"/>
                    <a:pt x="721541" y="666909"/>
                    <a:pt x="725785" y="662662"/>
                  </a:cubicBezTo>
                  <a:cubicBezTo>
                    <a:pt x="721541" y="628679"/>
                    <a:pt x="713052" y="611688"/>
                    <a:pt x="713052" y="611688"/>
                  </a:cubicBezTo>
                  <a:cubicBezTo>
                    <a:pt x="713052" y="603192"/>
                    <a:pt x="713052" y="598944"/>
                    <a:pt x="721541" y="594696"/>
                  </a:cubicBezTo>
                  <a:cubicBezTo>
                    <a:pt x="725785" y="590449"/>
                    <a:pt x="734274" y="594696"/>
                    <a:pt x="734274" y="598944"/>
                  </a:cubicBezTo>
                  <a:cubicBezTo>
                    <a:pt x="734274" y="603192"/>
                    <a:pt x="763984" y="662662"/>
                    <a:pt x="759740" y="785849"/>
                  </a:cubicBezTo>
                  <a:cubicBezTo>
                    <a:pt x="759740" y="845318"/>
                    <a:pt x="751251" y="917532"/>
                    <a:pt x="730029" y="1006736"/>
                  </a:cubicBezTo>
                  <a:cubicBezTo>
                    <a:pt x="725785" y="1015232"/>
                    <a:pt x="721541" y="1015232"/>
                    <a:pt x="717296" y="1015232"/>
                  </a:cubicBezTo>
                  <a:cubicBezTo>
                    <a:pt x="717296" y="1015232"/>
                    <a:pt x="717296" y="1015232"/>
                    <a:pt x="713052" y="1015232"/>
                  </a:cubicBezTo>
                  <a:cubicBezTo>
                    <a:pt x="708808" y="1015232"/>
                    <a:pt x="704563" y="1006736"/>
                    <a:pt x="704563" y="1002488"/>
                  </a:cubicBezTo>
                  <a:cubicBezTo>
                    <a:pt x="725785" y="913284"/>
                    <a:pt x="734274" y="841071"/>
                    <a:pt x="738518" y="785849"/>
                  </a:cubicBezTo>
                  <a:cubicBezTo>
                    <a:pt x="738518" y="747618"/>
                    <a:pt x="734274" y="722131"/>
                    <a:pt x="734274" y="696644"/>
                  </a:cubicBezTo>
                  <a:cubicBezTo>
                    <a:pt x="730029" y="700892"/>
                    <a:pt x="725785" y="705140"/>
                    <a:pt x="725785" y="709388"/>
                  </a:cubicBezTo>
                  <a:cubicBezTo>
                    <a:pt x="717296" y="726379"/>
                    <a:pt x="713052" y="743370"/>
                    <a:pt x="708808" y="764610"/>
                  </a:cubicBezTo>
                  <a:cubicBezTo>
                    <a:pt x="700319" y="802840"/>
                    <a:pt x="696074" y="836823"/>
                    <a:pt x="696074" y="845318"/>
                  </a:cubicBezTo>
                  <a:cubicBezTo>
                    <a:pt x="696074" y="845318"/>
                    <a:pt x="696074" y="845318"/>
                    <a:pt x="696074" y="845318"/>
                  </a:cubicBezTo>
                  <a:cubicBezTo>
                    <a:pt x="696074" y="853814"/>
                    <a:pt x="691830" y="858062"/>
                    <a:pt x="683341" y="858062"/>
                  </a:cubicBezTo>
                  <a:cubicBezTo>
                    <a:pt x="683341" y="858062"/>
                    <a:pt x="683341" y="858062"/>
                    <a:pt x="683341" y="858062"/>
                  </a:cubicBezTo>
                  <a:cubicBezTo>
                    <a:pt x="679097" y="858062"/>
                    <a:pt x="674853" y="849566"/>
                    <a:pt x="674853" y="845318"/>
                  </a:cubicBezTo>
                  <a:moveTo>
                    <a:pt x="768229" y="1100188"/>
                  </a:moveTo>
                  <a:cubicBezTo>
                    <a:pt x="768229" y="1095940"/>
                    <a:pt x="772473" y="1091693"/>
                    <a:pt x="776717" y="1091693"/>
                  </a:cubicBezTo>
                  <a:cubicBezTo>
                    <a:pt x="785206" y="1091693"/>
                    <a:pt x="789450" y="1095940"/>
                    <a:pt x="789450" y="1100188"/>
                  </a:cubicBezTo>
                  <a:cubicBezTo>
                    <a:pt x="789450" y="1202136"/>
                    <a:pt x="789450" y="1202136"/>
                    <a:pt x="789450" y="1202136"/>
                  </a:cubicBezTo>
                  <a:cubicBezTo>
                    <a:pt x="789450" y="1210632"/>
                    <a:pt x="785206" y="1214880"/>
                    <a:pt x="776717" y="1214880"/>
                  </a:cubicBezTo>
                  <a:cubicBezTo>
                    <a:pt x="772473" y="1214880"/>
                    <a:pt x="768229" y="1210632"/>
                    <a:pt x="768229" y="1202136"/>
                  </a:cubicBezTo>
                  <a:lnTo>
                    <a:pt x="768229" y="1100188"/>
                  </a:lnTo>
                  <a:close/>
                  <a:moveTo>
                    <a:pt x="814916" y="1176649"/>
                  </a:moveTo>
                  <a:cubicBezTo>
                    <a:pt x="814916" y="1168154"/>
                    <a:pt x="819161" y="1155410"/>
                    <a:pt x="827650" y="1151162"/>
                  </a:cubicBezTo>
                  <a:cubicBezTo>
                    <a:pt x="827650" y="1151162"/>
                    <a:pt x="827650" y="1151162"/>
                    <a:pt x="827650" y="1151162"/>
                  </a:cubicBezTo>
                  <a:cubicBezTo>
                    <a:pt x="823405" y="1146914"/>
                    <a:pt x="814916" y="1134171"/>
                    <a:pt x="814916" y="1125675"/>
                  </a:cubicBezTo>
                  <a:cubicBezTo>
                    <a:pt x="814916" y="1117180"/>
                    <a:pt x="823405" y="1104436"/>
                    <a:pt x="831894" y="1100188"/>
                  </a:cubicBezTo>
                  <a:cubicBezTo>
                    <a:pt x="836138" y="1091693"/>
                    <a:pt x="848871" y="1091693"/>
                    <a:pt x="861604" y="1091693"/>
                  </a:cubicBezTo>
                  <a:cubicBezTo>
                    <a:pt x="870093" y="1091693"/>
                    <a:pt x="882826" y="1091693"/>
                    <a:pt x="891315" y="1100188"/>
                  </a:cubicBezTo>
                  <a:cubicBezTo>
                    <a:pt x="899804" y="1104436"/>
                    <a:pt x="904048" y="1117180"/>
                    <a:pt x="904048" y="1125675"/>
                  </a:cubicBezTo>
                  <a:cubicBezTo>
                    <a:pt x="904048" y="1134171"/>
                    <a:pt x="899804" y="1146914"/>
                    <a:pt x="891315" y="1151162"/>
                  </a:cubicBezTo>
                  <a:cubicBezTo>
                    <a:pt x="891315" y="1151162"/>
                    <a:pt x="891315" y="1151162"/>
                    <a:pt x="891315" y="1151162"/>
                  </a:cubicBezTo>
                  <a:cubicBezTo>
                    <a:pt x="899804" y="1155410"/>
                    <a:pt x="904048" y="1168154"/>
                    <a:pt x="904048" y="1176649"/>
                  </a:cubicBezTo>
                  <a:cubicBezTo>
                    <a:pt x="904048" y="1189393"/>
                    <a:pt x="899804" y="1197888"/>
                    <a:pt x="891315" y="1202136"/>
                  </a:cubicBezTo>
                  <a:cubicBezTo>
                    <a:pt x="882826" y="1210632"/>
                    <a:pt x="870093" y="1214880"/>
                    <a:pt x="861604" y="1214880"/>
                  </a:cubicBezTo>
                  <a:cubicBezTo>
                    <a:pt x="848871" y="1214880"/>
                    <a:pt x="836138" y="1210632"/>
                    <a:pt x="827650" y="1202136"/>
                  </a:cubicBezTo>
                  <a:cubicBezTo>
                    <a:pt x="819161" y="1197888"/>
                    <a:pt x="814916" y="1189393"/>
                    <a:pt x="814916" y="1176649"/>
                  </a:cubicBezTo>
                  <a:moveTo>
                    <a:pt x="916781" y="845318"/>
                  </a:moveTo>
                  <a:cubicBezTo>
                    <a:pt x="916781" y="824079"/>
                    <a:pt x="916781" y="802840"/>
                    <a:pt x="916781" y="790097"/>
                  </a:cubicBezTo>
                  <a:cubicBezTo>
                    <a:pt x="921025" y="781601"/>
                    <a:pt x="925270" y="777353"/>
                    <a:pt x="929514" y="777353"/>
                  </a:cubicBezTo>
                  <a:cubicBezTo>
                    <a:pt x="938003" y="777353"/>
                    <a:pt x="942247" y="785849"/>
                    <a:pt x="942247" y="790097"/>
                  </a:cubicBezTo>
                  <a:cubicBezTo>
                    <a:pt x="942247" y="807088"/>
                    <a:pt x="938003" y="824079"/>
                    <a:pt x="938003" y="845318"/>
                  </a:cubicBezTo>
                  <a:cubicBezTo>
                    <a:pt x="938003" y="875053"/>
                    <a:pt x="942247" y="917532"/>
                    <a:pt x="946491" y="964258"/>
                  </a:cubicBezTo>
                  <a:cubicBezTo>
                    <a:pt x="946491" y="968505"/>
                    <a:pt x="942247" y="977001"/>
                    <a:pt x="938003" y="977001"/>
                  </a:cubicBezTo>
                  <a:cubicBezTo>
                    <a:pt x="938003" y="977001"/>
                    <a:pt x="938003" y="977001"/>
                    <a:pt x="933758" y="977001"/>
                  </a:cubicBezTo>
                  <a:cubicBezTo>
                    <a:pt x="929514" y="977001"/>
                    <a:pt x="925270" y="972753"/>
                    <a:pt x="925270" y="964258"/>
                  </a:cubicBezTo>
                  <a:cubicBezTo>
                    <a:pt x="916781" y="917532"/>
                    <a:pt x="916781" y="879301"/>
                    <a:pt x="916781" y="845318"/>
                  </a:cubicBezTo>
                  <a:moveTo>
                    <a:pt x="921025" y="1125675"/>
                  </a:moveTo>
                  <a:cubicBezTo>
                    <a:pt x="921025" y="1104436"/>
                    <a:pt x="942247" y="1091693"/>
                    <a:pt x="963469" y="1091693"/>
                  </a:cubicBezTo>
                  <a:cubicBezTo>
                    <a:pt x="980446" y="1091693"/>
                    <a:pt x="993179" y="1100188"/>
                    <a:pt x="1001668" y="1112932"/>
                  </a:cubicBezTo>
                  <a:cubicBezTo>
                    <a:pt x="1001668" y="1112932"/>
                    <a:pt x="1001668" y="1112932"/>
                    <a:pt x="1001668" y="1117180"/>
                  </a:cubicBezTo>
                  <a:cubicBezTo>
                    <a:pt x="1001668" y="1117180"/>
                    <a:pt x="1005912" y="1125675"/>
                    <a:pt x="1005912" y="1138419"/>
                  </a:cubicBezTo>
                  <a:cubicBezTo>
                    <a:pt x="1005912" y="1155410"/>
                    <a:pt x="997424" y="1189393"/>
                    <a:pt x="950736" y="1210632"/>
                  </a:cubicBezTo>
                  <a:cubicBezTo>
                    <a:pt x="950736" y="1214880"/>
                    <a:pt x="946491" y="1214880"/>
                    <a:pt x="946491" y="1214880"/>
                  </a:cubicBezTo>
                  <a:cubicBezTo>
                    <a:pt x="942247" y="1214880"/>
                    <a:pt x="938003" y="1210632"/>
                    <a:pt x="938003" y="1210632"/>
                  </a:cubicBezTo>
                  <a:cubicBezTo>
                    <a:pt x="933758" y="1202136"/>
                    <a:pt x="933758" y="1197888"/>
                    <a:pt x="942247" y="1193641"/>
                  </a:cubicBezTo>
                  <a:cubicBezTo>
                    <a:pt x="963469" y="1180897"/>
                    <a:pt x="971958" y="1168154"/>
                    <a:pt x="980446" y="1159658"/>
                  </a:cubicBezTo>
                  <a:cubicBezTo>
                    <a:pt x="976202" y="1159658"/>
                    <a:pt x="967713" y="1159658"/>
                    <a:pt x="963469" y="1159658"/>
                  </a:cubicBezTo>
                  <a:cubicBezTo>
                    <a:pt x="942247" y="1159658"/>
                    <a:pt x="921025" y="1146914"/>
                    <a:pt x="921025" y="1125675"/>
                  </a:cubicBezTo>
                  <a:moveTo>
                    <a:pt x="1014401" y="977001"/>
                  </a:moveTo>
                  <a:cubicBezTo>
                    <a:pt x="1005912" y="977001"/>
                    <a:pt x="1001668" y="972753"/>
                    <a:pt x="1001668" y="964258"/>
                  </a:cubicBezTo>
                  <a:cubicBezTo>
                    <a:pt x="993179" y="917532"/>
                    <a:pt x="993179" y="879301"/>
                    <a:pt x="993179" y="845318"/>
                  </a:cubicBezTo>
                  <a:cubicBezTo>
                    <a:pt x="993179" y="824079"/>
                    <a:pt x="993179" y="802840"/>
                    <a:pt x="997424" y="790097"/>
                  </a:cubicBezTo>
                  <a:cubicBezTo>
                    <a:pt x="997424" y="781601"/>
                    <a:pt x="1001668" y="777353"/>
                    <a:pt x="1010157" y="777353"/>
                  </a:cubicBezTo>
                  <a:cubicBezTo>
                    <a:pt x="1014401" y="777353"/>
                    <a:pt x="1018646" y="785849"/>
                    <a:pt x="1018646" y="790097"/>
                  </a:cubicBezTo>
                  <a:cubicBezTo>
                    <a:pt x="1018646" y="807088"/>
                    <a:pt x="1014401" y="824079"/>
                    <a:pt x="1014401" y="845318"/>
                  </a:cubicBezTo>
                  <a:cubicBezTo>
                    <a:pt x="1014401" y="875053"/>
                    <a:pt x="1018646" y="917532"/>
                    <a:pt x="1022890" y="964258"/>
                  </a:cubicBezTo>
                  <a:cubicBezTo>
                    <a:pt x="1027134" y="968505"/>
                    <a:pt x="1022890" y="977001"/>
                    <a:pt x="1014401" y="977001"/>
                  </a:cubicBezTo>
                  <a:cubicBezTo>
                    <a:pt x="1014401" y="977001"/>
                    <a:pt x="1014401" y="977001"/>
                    <a:pt x="1014401" y="977001"/>
                  </a:cubicBezTo>
                  <a:moveTo>
                    <a:pt x="1018646" y="1197888"/>
                  </a:moveTo>
                  <a:cubicBezTo>
                    <a:pt x="1018646" y="1193641"/>
                    <a:pt x="1027134" y="1189393"/>
                    <a:pt x="1031379" y="1189393"/>
                  </a:cubicBezTo>
                  <a:cubicBezTo>
                    <a:pt x="1035623" y="1193641"/>
                    <a:pt x="1039867" y="1193641"/>
                    <a:pt x="1048356" y="1193641"/>
                  </a:cubicBezTo>
                  <a:cubicBezTo>
                    <a:pt x="1048356" y="1193641"/>
                    <a:pt x="1048356" y="1193641"/>
                    <a:pt x="1048356" y="1193641"/>
                  </a:cubicBezTo>
                  <a:cubicBezTo>
                    <a:pt x="1056845" y="1193641"/>
                    <a:pt x="1065333" y="1189393"/>
                    <a:pt x="1069578" y="1189393"/>
                  </a:cubicBezTo>
                  <a:cubicBezTo>
                    <a:pt x="1078067" y="1185145"/>
                    <a:pt x="1078067" y="1180897"/>
                    <a:pt x="1078067" y="1176649"/>
                  </a:cubicBezTo>
                  <a:cubicBezTo>
                    <a:pt x="1082311" y="1176649"/>
                    <a:pt x="1082311" y="1172401"/>
                    <a:pt x="1082311" y="1172401"/>
                  </a:cubicBezTo>
                  <a:cubicBezTo>
                    <a:pt x="1078067" y="1168154"/>
                    <a:pt x="1078067" y="1163906"/>
                    <a:pt x="1069578" y="1159658"/>
                  </a:cubicBezTo>
                  <a:cubicBezTo>
                    <a:pt x="1065333" y="1155410"/>
                    <a:pt x="1056845" y="1155410"/>
                    <a:pt x="1048356" y="1155410"/>
                  </a:cubicBezTo>
                  <a:cubicBezTo>
                    <a:pt x="1048356" y="1155410"/>
                    <a:pt x="1044112" y="1155410"/>
                    <a:pt x="1044112" y="1155410"/>
                  </a:cubicBezTo>
                  <a:cubicBezTo>
                    <a:pt x="1044112" y="1155410"/>
                    <a:pt x="1044112" y="1155410"/>
                    <a:pt x="1044112" y="1155410"/>
                  </a:cubicBezTo>
                  <a:cubicBezTo>
                    <a:pt x="1039867" y="1159658"/>
                    <a:pt x="1035623" y="1155410"/>
                    <a:pt x="1035623" y="1155410"/>
                  </a:cubicBezTo>
                  <a:cubicBezTo>
                    <a:pt x="1031379" y="1155410"/>
                    <a:pt x="1027134" y="1151162"/>
                    <a:pt x="1027134" y="1146914"/>
                  </a:cubicBezTo>
                  <a:cubicBezTo>
                    <a:pt x="1031379" y="1104436"/>
                    <a:pt x="1031379" y="1104436"/>
                    <a:pt x="1031379" y="1104436"/>
                  </a:cubicBezTo>
                  <a:cubicBezTo>
                    <a:pt x="1031379" y="1100188"/>
                    <a:pt x="1035623" y="1095940"/>
                    <a:pt x="1039867" y="1095940"/>
                  </a:cubicBezTo>
                  <a:cubicBezTo>
                    <a:pt x="1082311" y="1095940"/>
                    <a:pt x="1082311" y="1095940"/>
                    <a:pt x="1082311" y="1095940"/>
                  </a:cubicBezTo>
                  <a:cubicBezTo>
                    <a:pt x="1086555" y="1095940"/>
                    <a:pt x="1095044" y="1100188"/>
                    <a:pt x="1095044" y="1104436"/>
                  </a:cubicBezTo>
                  <a:cubicBezTo>
                    <a:pt x="1095044" y="1108684"/>
                    <a:pt x="1086555" y="1112932"/>
                    <a:pt x="1082311" y="1112932"/>
                  </a:cubicBezTo>
                  <a:cubicBezTo>
                    <a:pt x="1052600" y="1112932"/>
                    <a:pt x="1052600" y="1112932"/>
                    <a:pt x="1052600" y="1112932"/>
                  </a:cubicBezTo>
                  <a:cubicBezTo>
                    <a:pt x="1052600" y="1134171"/>
                    <a:pt x="1052600" y="1134171"/>
                    <a:pt x="1052600" y="1134171"/>
                  </a:cubicBezTo>
                  <a:cubicBezTo>
                    <a:pt x="1061089" y="1134171"/>
                    <a:pt x="1069578" y="1138419"/>
                    <a:pt x="1082311" y="1142667"/>
                  </a:cubicBezTo>
                  <a:cubicBezTo>
                    <a:pt x="1090800" y="1146914"/>
                    <a:pt x="1103533" y="1159658"/>
                    <a:pt x="1103533" y="1172401"/>
                  </a:cubicBezTo>
                  <a:cubicBezTo>
                    <a:pt x="1103533" y="1176649"/>
                    <a:pt x="1103533" y="1176649"/>
                    <a:pt x="1099288" y="1180897"/>
                  </a:cubicBezTo>
                  <a:cubicBezTo>
                    <a:pt x="1099288" y="1189393"/>
                    <a:pt x="1090800" y="1202136"/>
                    <a:pt x="1082311" y="1206384"/>
                  </a:cubicBezTo>
                  <a:cubicBezTo>
                    <a:pt x="1073822" y="1210632"/>
                    <a:pt x="1061089" y="1214880"/>
                    <a:pt x="1048356" y="1214880"/>
                  </a:cubicBezTo>
                  <a:cubicBezTo>
                    <a:pt x="1048356" y="1214880"/>
                    <a:pt x="1048356" y="1214880"/>
                    <a:pt x="1044112" y="1214880"/>
                  </a:cubicBezTo>
                  <a:cubicBezTo>
                    <a:pt x="1039867" y="1214880"/>
                    <a:pt x="1031379" y="1210632"/>
                    <a:pt x="1027134" y="1210632"/>
                  </a:cubicBezTo>
                  <a:cubicBezTo>
                    <a:pt x="1018646" y="1210632"/>
                    <a:pt x="1018646" y="1202136"/>
                    <a:pt x="1018646" y="1197888"/>
                  </a:cubicBezTo>
                  <a:moveTo>
                    <a:pt x="1103533" y="1019479"/>
                  </a:moveTo>
                  <a:cubicBezTo>
                    <a:pt x="1095044" y="1019479"/>
                    <a:pt x="1090800" y="1010984"/>
                    <a:pt x="1090800" y="1006736"/>
                  </a:cubicBezTo>
                  <a:cubicBezTo>
                    <a:pt x="1090800" y="858062"/>
                    <a:pt x="1090800" y="858062"/>
                    <a:pt x="1090800" y="858062"/>
                  </a:cubicBezTo>
                  <a:cubicBezTo>
                    <a:pt x="1052600" y="858062"/>
                    <a:pt x="1052600" y="858062"/>
                    <a:pt x="1052600" y="858062"/>
                  </a:cubicBezTo>
                  <a:cubicBezTo>
                    <a:pt x="1048356" y="858062"/>
                    <a:pt x="1044112" y="853814"/>
                    <a:pt x="1044112" y="845318"/>
                  </a:cubicBezTo>
                  <a:cubicBezTo>
                    <a:pt x="1044112" y="841071"/>
                    <a:pt x="1048356" y="832575"/>
                    <a:pt x="1052600" y="832575"/>
                  </a:cubicBezTo>
                  <a:cubicBezTo>
                    <a:pt x="1090800" y="832575"/>
                    <a:pt x="1090800" y="832575"/>
                    <a:pt x="1090800" y="832575"/>
                  </a:cubicBezTo>
                  <a:cubicBezTo>
                    <a:pt x="1090800" y="785849"/>
                    <a:pt x="1090800" y="785849"/>
                    <a:pt x="1090800" y="785849"/>
                  </a:cubicBezTo>
                  <a:cubicBezTo>
                    <a:pt x="1052600" y="785849"/>
                    <a:pt x="1052600" y="785849"/>
                    <a:pt x="1052600" y="785849"/>
                  </a:cubicBezTo>
                  <a:cubicBezTo>
                    <a:pt x="1048356" y="785849"/>
                    <a:pt x="1044112" y="781601"/>
                    <a:pt x="1044112" y="777353"/>
                  </a:cubicBezTo>
                  <a:cubicBezTo>
                    <a:pt x="1044112" y="768857"/>
                    <a:pt x="1048356" y="764610"/>
                    <a:pt x="1052600" y="764610"/>
                  </a:cubicBezTo>
                  <a:cubicBezTo>
                    <a:pt x="1090800" y="764610"/>
                    <a:pt x="1090800" y="764610"/>
                    <a:pt x="1090800" y="764610"/>
                  </a:cubicBezTo>
                  <a:cubicBezTo>
                    <a:pt x="1090800" y="717883"/>
                    <a:pt x="1090800" y="717883"/>
                    <a:pt x="1090800" y="717883"/>
                  </a:cubicBezTo>
                  <a:cubicBezTo>
                    <a:pt x="1052600" y="717883"/>
                    <a:pt x="1052600" y="717883"/>
                    <a:pt x="1052600" y="717883"/>
                  </a:cubicBezTo>
                  <a:cubicBezTo>
                    <a:pt x="1048356" y="717883"/>
                    <a:pt x="1044112" y="713636"/>
                    <a:pt x="1044112" y="705140"/>
                  </a:cubicBezTo>
                  <a:cubicBezTo>
                    <a:pt x="1044112" y="696644"/>
                    <a:pt x="1048356" y="692396"/>
                    <a:pt x="1052600" y="692396"/>
                  </a:cubicBezTo>
                  <a:cubicBezTo>
                    <a:pt x="1069578" y="692396"/>
                    <a:pt x="1069578" y="692396"/>
                    <a:pt x="1069578" y="692396"/>
                  </a:cubicBezTo>
                  <a:cubicBezTo>
                    <a:pt x="1069578" y="688149"/>
                    <a:pt x="1069578" y="683901"/>
                    <a:pt x="1069578" y="679653"/>
                  </a:cubicBezTo>
                  <a:cubicBezTo>
                    <a:pt x="1069578" y="662662"/>
                    <a:pt x="1065333" y="641422"/>
                    <a:pt x="1056845" y="611688"/>
                  </a:cubicBezTo>
                  <a:cubicBezTo>
                    <a:pt x="1052600" y="603192"/>
                    <a:pt x="1056845" y="598944"/>
                    <a:pt x="1065333" y="594696"/>
                  </a:cubicBezTo>
                  <a:cubicBezTo>
                    <a:pt x="1069578" y="594696"/>
                    <a:pt x="1078067" y="594696"/>
                    <a:pt x="1078067" y="603192"/>
                  </a:cubicBezTo>
                  <a:cubicBezTo>
                    <a:pt x="1090800" y="632927"/>
                    <a:pt x="1090800" y="658414"/>
                    <a:pt x="1090800" y="679653"/>
                  </a:cubicBezTo>
                  <a:cubicBezTo>
                    <a:pt x="1090800" y="683901"/>
                    <a:pt x="1090800" y="688149"/>
                    <a:pt x="1090800" y="692396"/>
                  </a:cubicBezTo>
                  <a:cubicBezTo>
                    <a:pt x="1112021" y="692396"/>
                    <a:pt x="1112021" y="692396"/>
                    <a:pt x="1112021" y="692396"/>
                  </a:cubicBezTo>
                  <a:cubicBezTo>
                    <a:pt x="1112021" y="688149"/>
                    <a:pt x="1112021" y="683901"/>
                    <a:pt x="1112021" y="679653"/>
                  </a:cubicBezTo>
                  <a:cubicBezTo>
                    <a:pt x="1112021" y="658414"/>
                    <a:pt x="1116266" y="632927"/>
                    <a:pt x="1128999" y="603192"/>
                  </a:cubicBezTo>
                  <a:cubicBezTo>
                    <a:pt x="1128999" y="594696"/>
                    <a:pt x="1137488" y="594696"/>
                    <a:pt x="1141732" y="594696"/>
                  </a:cubicBezTo>
                  <a:cubicBezTo>
                    <a:pt x="1150221" y="598944"/>
                    <a:pt x="1150221" y="603192"/>
                    <a:pt x="1150221" y="611688"/>
                  </a:cubicBezTo>
                  <a:cubicBezTo>
                    <a:pt x="1141732" y="641422"/>
                    <a:pt x="1137488" y="662662"/>
                    <a:pt x="1137488" y="679653"/>
                  </a:cubicBezTo>
                  <a:cubicBezTo>
                    <a:pt x="1137488" y="683901"/>
                    <a:pt x="1137488" y="688149"/>
                    <a:pt x="1137488" y="692396"/>
                  </a:cubicBezTo>
                  <a:cubicBezTo>
                    <a:pt x="1150221" y="692396"/>
                    <a:pt x="1150221" y="692396"/>
                    <a:pt x="1150221" y="692396"/>
                  </a:cubicBezTo>
                  <a:cubicBezTo>
                    <a:pt x="1158709" y="692396"/>
                    <a:pt x="1162954" y="696644"/>
                    <a:pt x="1162954" y="705140"/>
                  </a:cubicBezTo>
                  <a:cubicBezTo>
                    <a:pt x="1162954" y="713636"/>
                    <a:pt x="1158709" y="717883"/>
                    <a:pt x="1150221" y="717883"/>
                  </a:cubicBezTo>
                  <a:cubicBezTo>
                    <a:pt x="1116266" y="717883"/>
                    <a:pt x="1116266" y="717883"/>
                    <a:pt x="1116266" y="717883"/>
                  </a:cubicBezTo>
                  <a:cubicBezTo>
                    <a:pt x="1116266" y="764610"/>
                    <a:pt x="1116266" y="764610"/>
                    <a:pt x="1116266" y="764610"/>
                  </a:cubicBezTo>
                  <a:cubicBezTo>
                    <a:pt x="1150221" y="764610"/>
                    <a:pt x="1150221" y="764610"/>
                    <a:pt x="1150221" y="764610"/>
                  </a:cubicBezTo>
                  <a:cubicBezTo>
                    <a:pt x="1158709" y="764610"/>
                    <a:pt x="1162954" y="768857"/>
                    <a:pt x="1162954" y="777353"/>
                  </a:cubicBezTo>
                  <a:cubicBezTo>
                    <a:pt x="1162954" y="781601"/>
                    <a:pt x="1158709" y="785849"/>
                    <a:pt x="1150221" y="785849"/>
                  </a:cubicBezTo>
                  <a:cubicBezTo>
                    <a:pt x="1116266" y="785849"/>
                    <a:pt x="1116266" y="785849"/>
                    <a:pt x="1116266" y="785849"/>
                  </a:cubicBezTo>
                  <a:cubicBezTo>
                    <a:pt x="1116266" y="832575"/>
                    <a:pt x="1116266" y="832575"/>
                    <a:pt x="1116266" y="832575"/>
                  </a:cubicBezTo>
                  <a:cubicBezTo>
                    <a:pt x="1150221" y="832575"/>
                    <a:pt x="1150221" y="832575"/>
                    <a:pt x="1150221" y="832575"/>
                  </a:cubicBezTo>
                  <a:cubicBezTo>
                    <a:pt x="1158709" y="832575"/>
                    <a:pt x="1162954" y="841071"/>
                    <a:pt x="1162954" y="845318"/>
                  </a:cubicBezTo>
                  <a:cubicBezTo>
                    <a:pt x="1162954" y="853814"/>
                    <a:pt x="1158709" y="858062"/>
                    <a:pt x="1150221" y="858062"/>
                  </a:cubicBezTo>
                  <a:cubicBezTo>
                    <a:pt x="1116266" y="858062"/>
                    <a:pt x="1116266" y="858062"/>
                    <a:pt x="1116266" y="858062"/>
                  </a:cubicBezTo>
                  <a:cubicBezTo>
                    <a:pt x="1116266" y="1006736"/>
                    <a:pt x="1116266" y="1006736"/>
                    <a:pt x="1116266" y="1006736"/>
                  </a:cubicBezTo>
                  <a:cubicBezTo>
                    <a:pt x="1116266" y="1010984"/>
                    <a:pt x="1107777" y="1019479"/>
                    <a:pt x="1103533" y="1019479"/>
                  </a:cubicBezTo>
                  <a:moveTo>
                    <a:pt x="1035623" y="683901"/>
                  </a:moveTo>
                  <a:cubicBezTo>
                    <a:pt x="1035623" y="696644"/>
                    <a:pt x="1031379" y="713636"/>
                    <a:pt x="1031379" y="726379"/>
                  </a:cubicBezTo>
                  <a:cubicBezTo>
                    <a:pt x="1027134" y="730627"/>
                    <a:pt x="1022890" y="734875"/>
                    <a:pt x="1018646" y="734875"/>
                  </a:cubicBezTo>
                  <a:cubicBezTo>
                    <a:pt x="1018646" y="734875"/>
                    <a:pt x="1018646" y="734875"/>
                    <a:pt x="1014401" y="734875"/>
                  </a:cubicBezTo>
                  <a:cubicBezTo>
                    <a:pt x="1010157" y="734875"/>
                    <a:pt x="1005912" y="726379"/>
                    <a:pt x="1005912" y="722131"/>
                  </a:cubicBezTo>
                  <a:cubicBezTo>
                    <a:pt x="1010157" y="709388"/>
                    <a:pt x="1010157" y="696644"/>
                    <a:pt x="1010157" y="683901"/>
                  </a:cubicBezTo>
                  <a:cubicBezTo>
                    <a:pt x="1010157" y="662662"/>
                    <a:pt x="1005912" y="641422"/>
                    <a:pt x="997424" y="611688"/>
                  </a:cubicBezTo>
                  <a:cubicBezTo>
                    <a:pt x="993179" y="603192"/>
                    <a:pt x="997424" y="598944"/>
                    <a:pt x="1005912" y="594696"/>
                  </a:cubicBezTo>
                  <a:cubicBezTo>
                    <a:pt x="1010157" y="594696"/>
                    <a:pt x="1018646" y="594696"/>
                    <a:pt x="1018646" y="603192"/>
                  </a:cubicBezTo>
                  <a:cubicBezTo>
                    <a:pt x="1031379" y="632927"/>
                    <a:pt x="1035623" y="658414"/>
                    <a:pt x="1035623" y="683901"/>
                  </a:cubicBezTo>
                  <a:moveTo>
                    <a:pt x="997424" y="679653"/>
                  </a:moveTo>
                  <a:cubicBezTo>
                    <a:pt x="997424" y="696644"/>
                    <a:pt x="993179" y="705140"/>
                    <a:pt x="993179" y="717883"/>
                  </a:cubicBezTo>
                  <a:cubicBezTo>
                    <a:pt x="988935" y="730627"/>
                    <a:pt x="988935" y="743370"/>
                    <a:pt x="984691" y="756114"/>
                  </a:cubicBezTo>
                  <a:cubicBezTo>
                    <a:pt x="980446" y="781601"/>
                    <a:pt x="976202" y="807088"/>
                    <a:pt x="976202" y="845318"/>
                  </a:cubicBezTo>
                  <a:cubicBezTo>
                    <a:pt x="976202" y="883549"/>
                    <a:pt x="980446" y="934523"/>
                    <a:pt x="993179" y="1002488"/>
                  </a:cubicBezTo>
                  <a:cubicBezTo>
                    <a:pt x="993179" y="1010984"/>
                    <a:pt x="988935" y="1015232"/>
                    <a:pt x="980446" y="1019479"/>
                  </a:cubicBezTo>
                  <a:cubicBezTo>
                    <a:pt x="980446" y="1019479"/>
                    <a:pt x="980446" y="1019479"/>
                    <a:pt x="980446" y="1019479"/>
                  </a:cubicBezTo>
                  <a:cubicBezTo>
                    <a:pt x="976202" y="1019479"/>
                    <a:pt x="967713" y="1015232"/>
                    <a:pt x="967713" y="1006736"/>
                  </a:cubicBezTo>
                  <a:cubicBezTo>
                    <a:pt x="959225" y="938771"/>
                    <a:pt x="954980" y="887797"/>
                    <a:pt x="954980" y="845318"/>
                  </a:cubicBezTo>
                  <a:cubicBezTo>
                    <a:pt x="954980" y="807088"/>
                    <a:pt x="959225" y="777353"/>
                    <a:pt x="963469" y="751866"/>
                  </a:cubicBezTo>
                  <a:cubicBezTo>
                    <a:pt x="963469" y="739123"/>
                    <a:pt x="967713" y="726379"/>
                    <a:pt x="967713" y="713636"/>
                  </a:cubicBezTo>
                  <a:cubicBezTo>
                    <a:pt x="971958" y="705140"/>
                    <a:pt x="971958" y="692396"/>
                    <a:pt x="971958" y="679653"/>
                  </a:cubicBezTo>
                  <a:cubicBezTo>
                    <a:pt x="971958" y="662662"/>
                    <a:pt x="967713" y="641422"/>
                    <a:pt x="959225" y="611688"/>
                  </a:cubicBezTo>
                  <a:cubicBezTo>
                    <a:pt x="954980" y="603192"/>
                    <a:pt x="959225" y="598944"/>
                    <a:pt x="967713" y="594696"/>
                  </a:cubicBezTo>
                  <a:cubicBezTo>
                    <a:pt x="971958" y="594696"/>
                    <a:pt x="980446" y="594696"/>
                    <a:pt x="980446" y="603192"/>
                  </a:cubicBezTo>
                  <a:cubicBezTo>
                    <a:pt x="993179" y="632927"/>
                    <a:pt x="997424" y="658414"/>
                    <a:pt x="997424" y="679653"/>
                  </a:cubicBezTo>
                  <a:moveTo>
                    <a:pt x="954980" y="683901"/>
                  </a:moveTo>
                  <a:cubicBezTo>
                    <a:pt x="954980" y="696644"/>
                    <a:pt x="954980" y="713636"/>
                    <a:pt x="954980" y="726379"/>
                  </a:cubicBezTo>
                  <a:cubicBezTo>
                    <a:pt x="950736" y="730627"/>
                    <a:pt x="946491" y="734875"/>
                    <a:pt x="942247" y="734875"/>
                  </a:cubicBezTo>
                  <a:cubicBezTo>
                    <a:pt x="942247" y="734875"/>
                    <a:pt x="938003" y="734875"/>
                    <a:pt x="938003" y="734875"/>
                  </a:cubicBezTo>
                  <a:cubicBezTo>
                    <a:pt x="933758" y="734875"/>
                    <a:pt x="929514" y="726379"/>
                    <a:pt x="929514" y="722131"/>
                  </a:cubicBezTo>
                  <a:cubicBezTo>
                    <a:pt x="933758" y="709388"/>
                    <a:pt x="933758" y="696644"/>
                    <a:pt x="933758" y="683901"/>
                  </a:cubicBezTo>
                  <a:cubicBezTo>
                    <a:pt x="933758" y="662662"/>
                    <a:pt x="929514" y="641422"/>
                    <a:pt x="921025" y="611688"/>
                  </a:cubicBezTo>
                  <a:cubicBezTo>
                    <a:pt x="916781" y="603192"/>
                    <a:pt x="921025" y="598944"/>
                    <a:pt x="929514" y="594696"/>
                  </a:cubicBezTo>
                  <a:cubicBezTo>
                    <a:pt x="933758" y="594696"/>
                    <a:pt x="942247" y="594696"/>
                    <a:pt x="942247" y="603192"/>
                  </a:cubicBezTo>
                  <a:cubicBezTo>
                    <a:pt x="954980" y="632927"/>
                    <a:pt x="954980" y="658414"/>
                    <a:pt x="954980" y="683901"/>
                  </a:cubicBezTo>
                  <a:moveTo>
                    <a:pt x="874337" y="845318"/>
                  </a:moveTo>
                  <a:cubicBezTo>
                    <a:pt x="874337" y="849566"/>
                    <a:pt x="870093" y="858062"/>
                    <a:pt x="861604" y="858062"/>
                  </a:cubicBezTo>
                  <a:cubicBezTo>
                    <a:pt x="861604" y="858062"/>
                    <a:pt x="861604" y="858062"/>
                    <a:pt x="861604" y="858062"/>
                  </a:cubicBezTo>
                  <a:cubicBezTo>
                    <a:pt x="857360" y="858062"/>
                    <a:pt x="853116" y="853814"/>
                    <a:pt x="848871" y="845318"/>
                  </a:cubicBezTo>
                  <a:cubicBezTo>
                    <a:pt x="848871" y="845318"/>
                    <a:pt x="848871" y="845318"/>
                    <a:pt x="848871" y="845318"/>
                  </a:cubicBezTo>
                  <a:cubicBezTo>
                    <a:pt x="848871" y="845318"/>
                    <a:pt x="848871" y="845318"/>
                    <a:pt x="848871" y="845318"/>
                  </a:cubicBezTo>
                  <a:cubicBezTo>
                    <a:pt x="848871" y="841071"/>
                    <a:pt x="848871" y="841071"/>
                    <a:pt x="848871" y="836823"/>
                  </a:cubicBezTo>
                  <a:cubicBezTo>
                    <a:pt x="848871" y="828327"/>
                    <a:pt x="848871" y="819831"/>
                    <a:pt x="844627" y="811336"/>
                  </a:cubicBezTo>
                  <a:cubicBezTo>
                    <a:pt x="844627" y="785849"/>
                    <a:pt x="840383" y="760362"/>
                    <a:pt x="831894" y="734875"/>
                  </a:cubicBezTo>
                  <a:cubicBezTo>
                    <a:pt x="827650" y="717883"/>
                    <a:pt x="823405" y="705140"/>
                    <a:pt x="814916" y="696644"/>
                  </a:cubicBezTo>
                  <a:cubicBezTo>
                    <a:pt x="810672" y="722131"/>
                    <a:pt x="810672" y="747618"/>
                    <a:pt x="810672" y="785849"/>
                  </a:cubicBezTo>
                  <a:cubicBezTo>
                    <a:pt x="810672" y="841071"/>
                    <a:pt x="819161" y="913284"/>
                    <a:pt x="840383" y="1002488"/>
                  </a:cubicBezTo>
                  <a:cubicBezTo>
                    <a:pt x="844627" y="1006736"/>
                    <a:pt x="840383" y="1015232"/>
                    <a:pt x="831894" y="1015232"/>
                  </a:cubicBezTo>
                  <a:cubicBezTo>
                    <a:pt x="831894" y="1015232"/>
                    <a:pt x="831894" y="1015232"/>
                    <a:pt x="831894" y="1015232"/>
                  </a:cubicBezTo>
                  <a:cubicBezTo>
                    <a:pt x="823405" y="1015232"/>
                    <a:pt x="819161" y="1015232"/>
                    <a:pt x="819161" y="1006736"/>
                  </a:cubicBezTo>
                  <a:cubicBezTo>
                    <a:pt x="797939" y="917532"/>
                    <a:pt x="789450" y="845318"/>
                    <a:pt x="789450" y="785849"/>
                  </a:cubicBezTo>
                  <a:cubicBezTo>
                    <a:pt x="785206" y="662662"/>
                    <a:pt x="810672" y="603192"/>
                    <a:pt x="810672" y="598944"/>
                  </a:cubicBezTo>
                  <a:cubicBezTo>
                    <a:pt x="810672" y="598944"/>
                    <a:pt x="810672" y="598944"/>
                    <a:pt x="810672" y="598944"/>
                  </a:cubicBezTo>
                  <a:cubicBezTo>
                    <a:pt x="814916" y="594696"/>
                    <a:pt x="823405" y="590449"/>
                    <a:pt x="827650" y="594696"/>
                  </a:cubicBezTo>
                  <a:cubicBezTo>
                    <a:pt x="836138" y="598944"/>
                    <a:pt x="836138" y="603192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1894" y="611688"/>
                    <a:pt x="831894" y="611688"/>
                    <a:pt x="831894" y="611688"/>
                  </a:cubicBezTo>
                  <a:cubicBezTo>
                    <a:pt x="831894" y="615936"/>
                    <a:pt x="831894" y="615936"/>
                    <a:pt x="831894" y="620183"/>
                  </a:cubicBezTo>
                  <a:cubicBezTo>
                    <a:pt x="827650" y="628679"/>
                    <a:pt x="823405" y="637175"/>
                    <a:pt x="823405" y="654166"/>
                  </a:cubicBezTo>
                  <a:cubicBezTo>
                    <a:pt x="823405" y="654166"/>
                    <a:pt x="819161" y="658414"/>
                    <a:pt x="819161" y="662662"/>
                  </a:cubicBezTo>
                  <a:cubicBezTo>
                    <a:pt x="823405" y="666909"/>
                    <a:pt x="827650" y="671157"/>
                    <a:pt x="831894" y="679653"/>
                  </a:cubicBezTo>
                  <a:cubicBezTo>
                    <a:pt x="836138" y="683901"/>
                    <a:pt x="840383" y="696644"/>
                    <a:pt x="844627" y="705140"/>
                  </a:cubicBezTo>
                  <a:cubicBezTo>
                    <a:pt x="853116" y="722131"/>
                    <a:pt x="857360" y="743370"/>
                    <a:pt x="861604" y="764610"/>
                  </a:cubicBezTo>
                  <a:cubicBezTo>
                    <a:pt x="870093" y="807088"/>
                    <a:pt x="874337" y="845318"/>
                    <a:pt x="874337" y="845318"/>
                  </a:cubicBezTo>
                  <a:close/>
                  <a:moveTo>
                    <a:pt x="572988" y="870805"/>
                  </a:moveTo>
                  <a:cubicBezTo>
                    <a:pt x="572988" y="947266"/>
                    <a:pt x="589966" y="1023727"/>
                    <a:pt x="632409" y="1100188"/>
                  </a:cubicBezTo>
                  <a:cubicBezTo>
                    <a:pt x="725785" y="1270101"/>
                    <a:pt x="882826" y="1350810"/>
                    <a:pt x="916781" y="1367802"/>
                  </a:cubicBezTo>
                  <a:cubicBezTo>
                    <a:pt x="916781" y="1367802"/>
                    <a:pt x="1090800" y="1312580"/>
                    <a:pt x="1205397" y="1100188"/>
                  </a:cubicBezTo>
                  <a:cubicBezTo>
                    <a:pt x="1247841" y="1023727"/>
                    <a:pt x="1260574" y="947266"/>
                    <a:pt x="1264818" y="870805"/>
                  </a:cubicBezTo>
                  <a:cubicBezTo>
                    <a:pt x="1213886" y="849566"/>
                    <a:pt x="1179931" y="815584"/>
                    <a:pt x="1184175" y="773105"/>
                  </a:cubicBezTo>
                  <a:cubicBezTo>
                    <a:pt x="1184175" y="739123"/>
                    <a:pt x="1209642" y="709388"/>
                    <a:pt x="1247841" y="692396"/>
                  </a:cubicBezTo>
                  <a:cubicBezTo>
                    <a:pt x="1226619" y="594696"/>
                    <a:pt x="1192664" y="526731"/>
                    <a:pt x="1192664" y="526731"/>
                  </a:cubicBezTo>
                  <a:cubicBezTo>
                    <a:pt x="1048356" y="577705"/>
                    <a:pt x="916781" y="458766"/>
                    <a:pt x="916781" y="458766"/>
                  </a:cubicBezTo>
                  <a:cubicBezTo>
                    <a:pt x="916781" y="458766"/>
                    <a:pt x="785206" y="577705"/>
                    <a:pt x="645142" y="526731"/>
                  </a:cubicBezTo>
                  <a:cubicBezTo>
                    <a:pt x="645142" y="526731"/>
                    <a:pt x="611187" y="594696"/>
                    <a:pt x="589966" y="692396"/>
                  </a:cubicBezTo>
                  <a:cubicBezTo>
                    <a:pt x="628165" y="709388"/>
                    <a:pt x="653631" y="739123"/>
                    <a:pt x="653631" y="773105"/>
                  </a:cubicBezTo>
                  <a:cubicBezTo>
                    <a:pt x="657875" y="815584"/>
                    <a:pt x="623920" y="849566"/>
                    <a:pt x="572988" y="870805"/>
                  </a:cubicBezTo>
                  <a:moveTo>
                    <a:pt x="611187" y="1108684"/>
                  </a:moveTo>
                  <a:cubicBezTo>
                    <a:pt x="568744" y="1032223"/>
                    <a:pt x="556011" y="947266"/>
                    <a:pt x="551766" y="870805"/>
                  </a:cubicBezTo>
                  <a:cubicBezTo>
                    <a:pt x="551766" y="853814"/>
                    <a:pt x="551766" y="853814"/>
                    <a:pt x="551766" y="853814"/>
                  </a:cubicBezTo>
                  <a:cubicBezTo>
                    <a:pt x="564499" y="849566"/>
                    <a:pt x="564499" y="849566"/>
                    <a:pt x="564499" y="849566"/>
                  </a:cubicBezTo>
                  <a:cubicBezTo>
                    <a:pt x="585721" y="841071"/>
                    <a:pt x="606943" y="828327"/>
                    <a:pt x="615432" y="815584"/>
                  </a:cubicBezTo>
                  <a:cubicBezTo>
                    <a:pt x="628165" y="802840"/>
                    <a:pt x="632409" y="790097"/>
                    <a:pt x="632409" y="773105"/>
                  </a:cubicBezTo>
                  <a:cubicBezTo>
                    <a:pt x="632409" y="773105"/>
                    <a:pt x="632409" y="773105"/>
                    <a:pt x="632409" y="773105"/>
                  </a:cubicBezTo>
                  <a:cubicBezTo>
                    <a:pt x="632409" y="760362"/>
                    <a:pt x="628165" y="751866"/>
                    <a:pt x="619676" y="739123"/>
                  </a:cubicBezTo>
                  <a:cubicBezTo>
                    <a:pt x="611187" y="730627"/>
                    <a:pt x="598454" y="717883"/>
                    <a:pt x="581477" y="713636"/>
                  </a:cubicBezTo>
                  <a:cubicBezTo>
                    <a:pt x="564499" y="705140"/>
                    <a:pt x="564499" y="705140"/>
                    <a:pt x="564499" y="705140"/>
                  </a:cubicBezTo>
                  <a:cubicBezTo>
                    <a:pt x="568744" y="683901"/>
                    <a:pt x="568744" y="683901"/>
                    <a:pt x="568744" y="683901"/>
                  </a:cubicBezTo>
                  <a:cubicBezTo>
                    <a:pt x="594210" y="586201"/>
                    <a:pt x="623920" y="518235"/>
                    <a:pt x="623920" y="513988"/>
                  </a:cubicBezTo>
                  <a:cubicBezTo>
                    <a:pt x="632409" y="496996"/>
                    <a:pt x="632409" y="496996"/>
                    <a:pt x="632409" y="496996"/>
                  </a:cubicBezTo>
                  <a:cubicBezTo>
                    <a:pt x="649387" y="505492"/>
                    <a:pt x="649387" y="505492"/>
                    <a:pt x="649387" y="505492"/>
                  </a:cubicBezTo>
                  <a:cubicBezTo>
                    <a:pt x="674853" y="513988"/>
                    <a:pt x="704563" y="518235"/>
                    <a:pt x="725785" y="518235"/>
                  </a:cubicBezTo>
                  <a:cubicBezTo>
                    <a:pt x="730029" y="518235"/>
                    <a:pt x="730029" y="518235"/>
                    <a:pt x="730029" y="518235"/>
                  </a:cubicBezTo>
                  <a:cubicBezTo>
                    <a:pt x="819161" y="518235"/>
                    <a:pt x="899804" y="446022"/>
                    <a:pt x="904048" y="441774"/>
                  </a:cubicBezTo>
                  <a:cubicBezTo>
                    <a:pt x="908292" y="437527"/>
                    <a:pt x="908292" y="437527"/>
                    <a:pt x="908292" y="437527"/>
                  </a:cubicBezTo>
                  <a:cubicBezTo>
                    <a:pt x="916781" y="429031"/>
                    <a:pt x="916781" y="429031"/>
                    <a:pt x="916781" y="429031"/>
                  </a:cubicBezTo>
                  <a:cubicBezTo>
                    <a:pt x="929514" y="437527"/>
                    <a:pt x="929514" y="437527"/>
                    <a:pt x="929514" y="437527"/>
                  </a:cubicBezTo>
                  <a:cubicBezTo>
                    <a:pt x="929514" y="437527"/>
                    <a:pt x="929514" y="437527"/>
                    <a:pt x="929514" y="441774"/>
                  </a:cubicBezTo>
                  <a:cubicBezTo>
                    <a:pt x="938003" y="446022"/>
                    <a:pt x="1018646" y="518235"/>
                    <a:pt x="1107777" y="518235"/>
                  </a:cubicBezTo>
                  <a:cubicBezTo>
                    <a:pt x="1133243" y="518235"/>
                    <a:pt x="1158709" y="513988"/>
                    <a:pt x="1188420" y="505492"/>
                  </a:cubicBezTo>
                  <a:cubicBezTo>
                    <a:pt x="1205397" y="496996"/>
                    <a:pt x="1205397" y="496996"/>
                    <a:pt x="1205397" y="496996"/>
                  </a:cubicBezTo>
                  <a:cubicBezTo>
                    <a:pt x="1213886" y="513988"/>
                    <a:pt x="1213886" y="513988"/>
                    <a:pt x="1213886" y="513988"/>
                  </a:cubicBezTo>
                  <a:cubicBezTo>
                    <a:pt x="1213886" y="518235"/>
                    <a:pt x="1243596" y="577705"/>
                    <a:pt x="1264818" y="671157"/>
                  </a:cubicBezTo>
                  <a:cubicBezTo>
                    <a:pt x="1264818" y="671157"/>
                    <a:pt x="1264818" y="675405"/>
                    <a:pt x="1264818" y="675405"/>
                  </a:cubicBezTo>
                  <a:cubicBezTo>
                    <a:pt x="1264818" y="679653"/>
                    <a:pt x="1264818" y="679653"/>
                    <a:pt x="1264818" y="679653"/>
                  </a:cubicBezTo>
                  <a:cubicBezTo>
                    <a:pt x="1264818" y="679653"/>
                    <a:pt x="1264818" y="679653"/>
                    <a:pt x="1264818" y="683901"/>
                  </a:cubicBezTo>
                  <a:cubicBezTo>
                    <a:pt x="1264818" y="683901"/>
                    <a:pt x="1264818" y="683901"/>
                    <a:pt x="1264818" y="683901"/>
                  </a:cubicBezTo>
                  <a:cubicBezTo>
                    <a:pt x="1269063" y="692396"/>
                    <a:pt x="1269063" y="692396"/>
                    <a:pt x="1269063" y="692396"/>
                  </a:cubicBezTo>
                  <a:cubicBezTo>
                    <a:pt x="1269063" y="705140"/>
                    <a:pt x="1269063" y="705140"/>
                    <a:pt x="1269063" y="705140"/>
                  </a:cubicBezTo>
                  <a:cubicBezTo>
                    <a:pt x="1256330" y="713636"/>
                    <a:pt x="1256330" y="713636"/>
                    <a:pt x="1256330" y="713636"/>
                  </a:cubicBezTo>
                  <a:cubicBezTo>
                    <a:pt x="1239352" y="717883"/>
                    <a:pt x="1226619" y="730627"/>
                    <a:pt x="1218130" y="739123"/>
                  </a:cubicBezTo>
                  <a:cubicBezTo>
                    <a:pt x="1209642" y="751866"/>
                    <a:pt x="1205397" y="760362"/>
                    <a:pt x="1205397" y="773105"/>
                  </a:cubicBezTo>
                  <a:cubicBezTo>
                    <a:pt x="1205397" y="773105"/>
                    <a:pt x="1205397" y="773105"/>
                    <a:pt x="1205397" y="773105"/>
                  </a:cubicBezTo>
                  <a:cubicBezTo>
                    <a:pt x="1205397" y="790097"/>
                    <a:pt x="1209642" y="802840"/>
                    <a:pt x="1222375" y="815584"/>
                  </a:cubicBezTo>
                  <a:cubicBezTo>
                    <a:pt x="1230863" y="828327"/>
                    <a:pt x="1247841" y="841071"/>
                    <a:pt x="1273307" y="849566"/>
                  </a:cubicBezTo>
                  <a:cubicBezTo>
                    <a:pt x="1286040" y="853814"/>
                    <a:pt x="1286040" y="853814"/>
                    <a:pt x="1286040" y="853814"/>
                  </a:cubicBezTo>
                  <a:cubicBezTo>
                    <a:pt x="1286040" y="866558"/>
                    <a:pt x="1286040" y="866558"/>
                    <a:pt x="1286040" y="866558"/>
                  </a:cubicBezTo>
                  <a:cubicBezTo>
                    <a:pt x="1286040" y="870805"/>
                    <a:pt x="1286040" y="870805"/>
                    <a:pt x="1286040" y="870805"/>
                  </a:cubicBezTo>
                  <a:cubicBezTo>
                    <a:pt x="1281796" y="947266"/>
                    <a:pt x="1264818" y="1032223"/>
                    <a:pt x="1222375" y="1108684"/>
                  </a:cubicBezTo>
                  <a:cubicBezTo>
                    <a:pt x="1124754" y="1287093"/>
                    <a:pt x="963469" y="1372049"/>
                    <a:pt x="925270" y="1389041"/>
                  </a:cubicBezTo>
                  <a:cubicBezTo>
                    <a:pt x="916781" y="1393289"/>
                    <a:pt x="916781" y="1393289"/>
                    <a:pt x="916781" y="1393289"/>
                  </a:cubicBezTo>
                  <a:cubicBezTo>
                    <a:pt x="912537" y="1389041"/>
                    <a:pt x="912537" y="1389041"/>
                    <a:pt x="912537" y="1389041"/>
                  </a:cubicBezTo>
                  <a:cubicBezTo>
                    <a:pt x="870093" y="1372049"/>
                    <a:pt x="713052" y="1287093"/>
                    <a:pt x="611187" y="1108684"/>
                  </a:cubicBezTo>
                  <a:moveTo>
                    <a:pt x="899804" y="1414528"/>
                  </a:moveTo>
                  <a:cubicBezTo>
                    <a:pt x="916781" y="1423023"/>
                    <a:pt x="916781" y="1423023"/>
                    <a:pt x="916781" y="1423023"/>
                  </a:cubicBezTo>
                  <a:cubicBezTo>
                    <a:pt x="938003" y="1414528"/>
                    <a:pt x="938003" y="1414528"/>
                    <a:pt x="938003" y="1414528"/>
                  </a:cubicBezTo>
                  <a:cubicBezTo>
                    <a:pt x="976202" y="1397536"/>
                    <a:pt x="1141732" y="1312580"/>
                    <a:pt x="1247841" y="1125675"/>
                  </a:cubicBezTo>
                  <a:cubicBezTo>
                    <a:pt x="1290284" y="1040719"/>
                    <a:pt x="1307262" y="955762"/>
                    <a:pt x="1311506" y="870805"/>
                  </a:cubicBezTo>
                  <a:cubicBezTo>
                    <a:pt x="1311506" y="870805"/>
                    <a:pt x="1311506" y="870805"/>
                    <a:pt x="1311506" y="870805"/>
                  </a:cubicBezTo>
                  <a:cubicBezTo>
                    <a:pt x="1311506" y="870805"/>
                    <a:pt x="1311506" y="870805"/>
                    <a:pt x="1311506" y="870805"/>
                  </a:cubicBezTo>
                  <a:cubicBezTo>
                    <a:pt x="1311506" y="832575"/>
                    <a:pt x="1311506" y="832575"/>
                    <a:pt x="1311506" y="832575"/>
                  </a:cubicBezTo>
                  <a:cubicBezTo>
                    <a:pt x="1311506" y="832575"/>
                    <a:pt x="1269063" y="819831"/>
                    <a:pt x="1252085" y="811336"/>
                  </a:cubicBezTo>
                  <a:cubicBezTo>
                    <a:pt x="1230863" y="798592"/>
                    <a:pt x="1226619" y="781601"/>
                    <a:pt x="1235108" y="760362"/>
                  </a:cubicBezTo>
                  <a:cubicBezTo>
                    <a:pt x="1247841" y="739123"/>
                    <a:pt x="1303017" y="722131"/>
                    <a:pt x="1303017" y="722131"/>
                  </a:cubicBezTo>
                  <a:cubicBezTo>
                    <a:pt x="1290284" y="679653"/>
                    <a:pt x="1290284" y="679653"/>
                    <a:pt x="1290284" y="679653"/>
                  </a:cubicBezTo>
                  <a:cubicBezTo>
                    <a:pt x="1290284" y="675405"/>
                    <a:pt x="1290284" y="671157"/>
                    <a:pt x="1290284" y="671157"/>
                  </a:cubicBezTo>
                  <a:cubicBezTo>
                    <a:pt x="1290284" y="671157"/>
                    <a:pt x="1290284" y="671157"/>
                    <a:pt x="1290284" y="671157"/>
                  </a:cubicBezTo>
                  <a:cubicBezTo>
                    <a:pt x="1269063" y="573457"/>
                    <a:pt x="1235108" y="505492"/>
                    <a:pt x="1235108" y="501244"/>
                  </a:cubicBezTo>
                  <a:cubicBezTo>
                    <a:pt x="1218130" y="463014"/>
                    <a:pt x="1218130" y="463014"/>
                    <a:pt x="1218130" y="463014"/>
                  </a:cubicBezTo>
                  <a:cubicBezTo>
                    <a:pt x="1179931" y="475757"/>
                    <a:pt x="1179931" y="475757"/>
                    <a:pt x="1179931" y="475757"/>
                  </a:cubicBezTo>
                  <a:cubicBezTo>
                    <a:pt x="1154465" y="484253"/>
                    <a:pt x="1133243" y="488501"/>
                    <a:pt x="1107777" y="488501"/>
                  </a:cubicBezTo>
                  <a:cubicBezTo>
                    <a:pt x="1022890" y="488501"/>
                    <a:pt x="950736" y="420535"/>
                    <a:pt x="946491" y="416287"/>
                  </a:cubicBezTo>
                  <a:cubicBezTo>
                    <a:pt x="916781" y="395048"/>
                    <a:pt x="916781" y="395048"/>
                    <a:pt x="916781" y="395048"/>
                  </a:cubicBezTo>
                  <a:cubicBezTo>
                    <a:pt x="891315" y="416287"/>
                    <a:pt x="891315" y="416287"/>
                    <a:pt x="891315" y="416287"/>
                  </a:cubicBezTo>
                  <a:cubicBezTo>
                    <a:pt x="891315" y="416287"/>
                    <a:pt x="891315" y="416287"/>
                    <a:pt x="891315" y="416287"/>
                  </a:cubicBezTo>
                  <a:cubicBezTo>
                    <a:pt x="887071" y="420535"/>
                    <a:pt x="810672" y="488501"/>
                    <a:pt x="725785" y="488501"/>
                  </a:cubicBezTo>
                  <a:cubicBezTo>
                    <a:pt x="704563" y="488501"/>
                    <a:pt x="683341" y="484253"/>
                    <a:pt x="657875" y="475757"/>
                  </a:cubicBezTo>
                  <a:cubicBezTo>
                    <a:pt x="619676" y="463014"/>
                    <a:pt x="619676" y="463014"/>
                    <a:pt x="619676" y="463014"/>
                  </a:cubicBezTo>
                  <a:cubicBezTo>
                    <a:pt x="602699" y="501244"/>
                    <a:pt x="602699" y="501244"/>
                    <a:pt x="602699" y="501244"/>
                  </a:cubicBezTo>
                  <a:cubicBezTo>
                    <a:pt x="602699" y="505492"/>
                    <a:pt x="568744" y="573457"/>
                    <a:pt x="543278" y="679653"/>
                  </a:cubicBezTo>
                  <a:cubicBezTo>
                    <a:pt x="534789" y="722131"/>
                    <a:pt x="534789" y="722131"/>
                    <a:pt x="534789" y="722131"/>
                  </a:cubicBezTo>
                  <a:cubicBezTo>
                    <a:pt x="534789" y="722131"/>
                    <a:pt x="589966" y="739123"/>
                    <a:pt x="598454" y="760362"/>
                  </a:cubicBezTo>
                  <a:cubicBezTo>
                    <a:pt x="611187" y="781601"/>
                    <a:pt x="602699" y="798592"/>
                    <a:pt x="585721" y="811336"/>
                  </a:cubicBezTo>
                  <a:cubicBezTo>
                    <a:pt x="568744" y="819831"/>
                    <a:pt x="526300" y="832575"/>
                    <a:pt x="526300" y="832575"/>
                  </a:cubicBezTo>
                  <a:cubicBezTo>
                    <a:pt x="526300" y="870805"/>
                    <a:pt x="526300" y="870805"/>
                    <a:pt x="526300" y="870805"/>
                  </a:cubicBezTo>
                  <a:cubicBezTo>
                    <a:pt x="526300" y="955762"/>
                    <a:pt x="543278" y="1040719"/>
                    <a:pt x="589966" y="1125675"/>
                  </a:cubicBezTo>
                  <a:cubicBezTo>
                    <a:pt x="696074" y="1312580"/>
                    <a:pt x="857360" y="1397536"/>
                    <a:pt x="899804" y="1414528"/>
                  </a:cubicBezTo>
                  <a:moveTo>
                    <a:pt x="747007" y="1584441"/>
                  </a:moveTo>
                  <a:cubicBezTo>
                    <a:pt x="747007" y="1584441"/>
                    <a:pt x="747007" y="1580193"/>
                    <a:pt x="751251" y="1575945"/>
                  </a:cubicBezTo>
                  <a:cubicBezTo>
                    <a:pt x="755495" y="1567450"/>
                    <a:pt x="763984" y="1563202"/>
                    <a:pt x="763984" y="1563202"/>
                  </a:cubicBezTo>
                  <a:cubicBezTo>
                    <a:pt x="763984" y="1567450"/>
                    <a:pt x="763984" y="1567450"/>
                    <a:pt x="763984" y="1567450"/>
                  </a:cubicBezTo>
                  <a:cubicBezTo>
                    <a:pt x="759740" y="1567450"/>
                    <a:pt x="747007" y="1584441"/>
                    <a:pt x="747007" y="1584441"/>
                  </a:cubicBezTo>
                  <a:cubicBezTo>
                    <a:pt x="747007" y="1588689"/>
                    <a:pt x="747007" y="1588689"/>
                    <a:pt x="747007" y="1584441"/>
                  </a:cubicBezTo>
                  <a:moveTo>
                    <a:pt x="844627" y="1512228"/>
                  </a:moveTo>
                  <a:cubicBezTo>
                    <a:pt x="844627" y="1512228"/>
                    <a:pt x="853116" y="1507980"/>
                    <a:pt x="853116" y="1507980"/>
                  </a:cubicBezTo>
                  <a:cubicBezTo>
                    <a:pt x="853116" y="1512228"/>
                    <a:pt x="848871" y="1516476"/>
                    <a:pt x="844627" y="1516476"/>
                  </a:cubicBezTo>
                  <a:cubicBezTo>
                    <a:pt x="844627" y="1516476"/>
                    <a:pt x="844627" y="1516476"/>
                    <a:pt x="844627" y="1520724"/>
                  </a:cubicBezTo>
                  <a:cubicBezTo>
                    <a:pt x="844627" y="1520724"/>
                    <a:pt x="840383" y="1520724"/>
                    <a:pt x="840383" y="1520724"/>
                  </a:cubicBezTo>
                  <a:cubicBezTo>
                    <a:pt x="840383" y="1520724"/>
                    <a:pt x="840383" y="1516476"/>
                    <a:pt x="844627" y="1512228"/>
                  </a:cubicBezTo>
                  <a:moveTo>
                    <a:pt x="721541" y="1614176"/>
                  </a:moveTo>
                  <a:cubicBezTo>
                    <a:pt x="721541" y="1618424"/>
                    <a:pt x="717296" y="1622671"/>
                    <a:pt x="717296" y="1626919"/>
                  </a:cubicBezTo>
                  <a:cubicBezTo>
                    <a:pt x="717296" y="1626919"/>
                    <a:pt x="721541" y="1631167"/>
                    <a:pt x="721541" y="1631167"/>
                  </a:cubicBezTo>
                  <a:cubicBezTo>
                    <a:pt x="730029" y="1631167"/>
                    <a:pt x="730029" y="1626919"/>
                    <a:pt x="734274" y="1622671"/>
                  </a:cubicBezTo>
                  <a:cubicBezTo>
                    <a:pt x="738518" y="1614176"/>
                    <a:pt x="742762" y="1614176"/>
                    <a:pt x="747007" y="1605680"/>
                  </a:cubicBezTo>
                  <a:cubicBezTo>
                    <a:pt x="751251" y="1601432"/>
                    <a:pt x="751251" y="1601432"/>
                    <a:pt x="755495" y="1601432"/>
                  </a:cubicBezTo>
                  <a:cubicBezTo>
                    <a:pt x="755495" y="1597184"/>
                    <a:pt x="755495" y="1592937"/>
                    <a:pt x="755495" y="1588689"/>
                  </a:cubicBezTo>
                  <a:cubicBezTo>
                    <a:pt x="759740" y="1584441"/>
                    <a:pt x="763984" y="1571697"/>
                    <a:pt x="763984" y="1571697"/>
                  </a:cubicBezTo>
                  <a:cubicBezTo>
                    <a:pt x="768229" y="1567450"/>
                    <a:pt x="768229" y="1563202"/>
                    <a:pt x="768229" y="1558954"/>
                  </a:cubicBezTo>
                  <a:cubicBezTo>
                    <a:pt x="772473" y="1554706"/>
                    <a:pt x="776717" y="1554706"/>
                    <a:pt x="780962" y="1554706"/>
                  </a:cubicBezTo>
                  <a:cubicBezTo>
                    <a:pt x="780962" y="1554706"/>
                    <a:pt x="793695" y="1558954"/>
                    <a:pt x="793695" y="1563202"/>
                  </a:cubicBezTo>
                  <a:cubicBezTo>
                    <a:pt x="793695" y="1563202"/>
                    <a:pt x="793695" y="1563202"/>
                    <a:pt x="793695" y="1563202"/>
                  </a:cubicBezTo>
                  <a:cubicBezTo>
                    <a:pt x="793695" y="1563202"/>
                    <a:pt x="793695" y="1567450"/>
                    <a:pt x="793695" y="1567450"/>
                  </a:cubicBezTo>
                  <a:cubicBezTo>
                    <a:pt x="793695" y="1571697"/>
                    <a:pt x="793695" y="1571697"/>
                    <a:pt x="793695" y="1571697"/>
                  </a:cubicBezTo>
                  <a:cubicBezTo>
                    <a:pt x="793695" y="1571697"/>
                    <a:pt x="785206" y="1571697"/>
                    <a:pt x="785206" y="1575945"/>
                  </a:cubicBezTo>
                  <a:cubicBezTo>
                    <a:pt x="785206" y="1575945"/>
                    <a:pt x="785206" y="1580193"/>
                    <a:pt x="785206" y="1580193"/>
                  </a:cubicBezTo>
                  <a:cubicBezTo>
                    <a:pt x="789450" y="1580193"/>
                    <a:pt x="789450" y="1580193"/>
                    <a:pt x="789450" y="1580193"/>
                  </a:cubicBezTo>
                  <a:cubicBezTo>
                    <a:pt x="789450" y="1580193"/>
                    <a:pt x="789450" y="1584441"/>
                    <a:pt x="789450" y="1588689"/>
                  </a:cubicBezTo>
                  <a:cubicBezTo>
                    <a:pt x="789450" y="1588689"/>
                    <a:pt x="789450" y="1588689"/>
                    <a:pt x="789450" y="1588689"/>
                  </a:cubicBezTo>
                  <a:cubicBezTo>
                    <a:pt x="789450" y="1592937"/>
                    <a:pt x="785206" y="1592937"/>
                    <a:pt x="785206" y="1592937"/>
                  </a:cubicBezTo>
                  <a:cubicBezTo>
                    <a:pt x="780962" y="1592937"/>
                    <a:pt x="780962" y="1597184"/>
                    <a:pt x="785206" y="1601432"/>
                  </a:cubicBezTo>
                  <a:cubicBezTo>
                    <a:pt x="785206" y="1601432"/>
                    <a:pt x="789450" y="1601432"/>
                    <a:pt x="789450" y="1601432"/>
                  </a:cubicBezTo>
                  <a:cubicBezTo>
                    <a:pt x="789450" y="1605680"/>
                    <a:pt x="785206" y="1609928"/>
                    <a:pt x="785206" y="1609928"/>
                  </a:cubicBezTo>
                  <a:cubicBezTo>
                    <a:pt x="785206" y="1609928"/>
                    <a:pt x="780962" y="1614176"/>
                    <a:pt x="776717" y="1614176"/>
                  </a:cubicBezTo>
                  <a:cubicBezTo>
                    <a:pt x="772473" y="1618424"/>
                    <a:pt x="768229" y="1618424"/>
                    <a:pt x="755495" y="1614176"/>
                  </a:cubicBezTo>
                  <a:cubicBezTo>
                    <a:pt x="755495" y="1614176"/>
                    <a:pt x="751251" y="1618424"/>
                    <a:pt x="751251" y="1618424"/>
                  </a:cubicBezTo>
                  <a:cubicBezTo>
                    <a:pt x="751251" y="1618424"/>
                    <a:pt x="751251" y="1622671"/>
                    <a:pt x="751251" y="1622671"/>
                  </a:cubicBezTo>
                  <a:cubicBezTo>
                    <a:pt x="751251" y="1622671"/>
                    <a:pt x="751251" y="1622671"/>
                    <a:pt x="751251" y="1622671"/>
                  </a:cubicBezTo>
                  <a:cubicBezTo>
                    <a:pt x="755495" y="1626919"/>
                    <a:pt x="755495" y="1626919"/>
                    <a:pt x="755495" y="1631167"/>
                  </a:cubicBezTo>
                  <a:cubicBezTo>
                    <a:pt x="759740" y="1631167"/>
                    <a:pt x="755495" y="1631167"/>
                    <a:pt x="759740" y="1635415"/>
                  </a:cubicBezTo>
                  <a:cubicBezTo>
                    <a:pt x="768229" y="1635415"/>
                    <a:pt x="768229" y="1631167"/>
                    <a:pt x="776717" y="1631167"/>
                  </a:cubicBezTo>
                  <a:cubicBezTo>
                    <a:pt x="780962" y="1635415"/>
                    <a:pt x="776717" y="1639663"/>
                    <a:pt x="776717" y="1639663"/>
                  </a:cubicBezTo>
                  <a:cubicBezTo>
                    <a:pt x="772473" y="1643911"/>
                    <a:pt x="768229" y="1648158"/>
                    <a:pt x="768229" y="1652406"/>
                  </a:cubicBezTo>
                  <a:cubicBezTo>
                    <a:pt x="768229" y="1656654"/>
                    <a:pt x="768229" y="1660902"/>
                    <a:pt x="768229" y="1660902"/>
                  </a:cubicBezTo>
                  <a:cubicBezTo>
                    <a:pt x="768229" y="1665150"/>
                    <a:pt x="772473" y="1665150"/>
                    <a:pt x="772473" y="1669398"/>
                  </a:cubicBezTo>
                  <a:cubicBezTo>
                    <a:pt x="772473" y="1673645"/>
                    <a:pt x="776717" y="1677893"/>
                    <a:pt x="780962" y="1673645"/>
                  </a:cubicBezTo>
                  <a:cubicBezTo>
                    <a:pt x="785206" y="1673645"/>
                    <a:pt x="793695" y="1665150"/>
                    <a:pt x="793695" y="1665150"/>
                  </a:cubicBezTo>
                  <a:cubicBezTo>
                    <a:pt x="797939" y="1660902"/>
                    <a:pt x="797939" y="1656654"/>
                    <a:pt x="797939" y="1656654"/>
                  </a:cubicBezTo>
                  <a:cubicBezTo>
                    <a:pt x="797939" y="1652406"/>
                    <a:pt x="802183" y="1626919"/>
                    <a:pt x="802183" y="1626919"/>
                  </a:cubicBezTo>
                  <a:cubicBezTo>
                    <a:pt x="806428" y="1626919"/>
                    <a:pt x="819161" y="1626919"/>
                    <a:pt x="819161" y="1626919"/>
                  </a:cubicBezTo>
                  <a:cubicBezTo>
                    <a:pt x="823405" y="1622671"/>
                    <a:pt x="831894" y="1622671"/>
                    <a:pt x="836138" y="1622671"/>
                  </a:cubicBezTo>
                  <a:cubicBezTo>
                    <a:pt x="840383" y="1622671"/>
                    <a:pt x="844627" y="1618424"/>
                    <a:pt x="844627" y="1618424"/>
                  </a:cubicBezTo>
                  <a:cubicBezTo>
                    <a:pt x="848871" y="1618424"/>
                    <a:pt x="853116" y="1618424"/>
                    <a:pt x="853116" y="1618424"/>
                  </a:cubicBezTo>
                  <a:cubicBezTo>
                    <a:pt x="857360" y="1618424"/>
                    <a:pt x="861604" y="1614176"/>
                    <a:pt x="861604" y="1614176"/>
                  </a:cubicBezTo>
                  <a:cubicBezTo>
                    <a:pt x="865849" y="1609928"/>
                    <a:pt x="865849" y="1609928"/>
                    <a:pt x="865849" y="1609928"/>
                  </a:cubicBezTo>
                  <a:cubicBezTo>
                    <a:pt x="865849" y="1605680"/>
                    <a:pt x="865849" y="1605680"/>
                    <a:pt x="865849" y="1601432"/>
                  </a:cubicBezTo>
                  <a:cubicBezTo>
                    <a:pt x="861604" y="1601432"/>
                    <a:pt x="861604" y="1601432"/>
                    <a:pt x="853116" y="1601432"/>
                  </a:cubicBezTo>
                  <a:cubicBezTo>
                    <a:pt x="848871" y="1597184"/>
                    <a:pt x="844627" y="1597184"/>
                    <a:pt x="844627" y="1592937"/>
                  </a:cubicBezTo>
                  <a:cubicBezTo>
                    <a:pt x="840383" y="1592937"/>
                    <a:pt x="831894" y="1584441"/>
                    <a:pt x="831894" y="1584441"/>
                  </a:cubicBezTo>
                  <a:cubicBezTo>
                    <a:pt x="827650" y="1584441"/>
                    <a:pt x="831894" y="1584441"/>
                    <a:pt x="831894" y="1584441"/>
                  </a:cubicBezTo>
                  <a:cubicBezTo>
                    <a:pt x="831894" y="1588689"/>
                    <a:pt x="831894" y="1588689"/>
                    <a:pt x="831894" y="1592937"/>
                  </a:cubicBezTo>
                  <a:cubicBezTo>
                    <a:pt x="836138" y="1601432"/>
                    <a:pt x="836138" y="1605680"/>
                    <a:pt x="836138" y="1605680"/>
                  </a:cubicBezTo>
                  <a:cubicBezTo>
                    <a:pt x="831894" y="1609928"/>
                    <a:pt x="827650" y="1609928"/>
                    <a:pt x="823405" y="1609928"/>
                  </a:cubicBezTo>
                  <a:cubicBezTo>
                    <a:pt x="823405" y="1609928"/>
                    <a:pt x="819161" y="1609928"/>
                    <a:pt x="819161" y="1609928"/>
                  </a:cubicBezTo>
                  <a:cubicBezTo>
                    <a:pt x="819161" y="1609928"/>
                    <a:pt x="814916" y="1609928"/>
                    <a:pt x="814916" y="1609928"/>
                  </a:cubicBezTo>
                  <a:cubicBezTo>
                    <a:pt x="810672" y="1614176"/>
                    <a:pt x="810672" y="1614176"/>
                    <a:pt x="810672" y="1614176"/>
                  </a:cubicBezTo>
                  <a:cubicBezTo>
                    <a:pt x="806428" y="1609928"/>
                    <a:pt x="806428" y="1609928"/>
                    <a:pt x="806428" y="1605680"/>
                  </a:cubicBezTo>
                  <a:cubicBezTo>
                    <a:pt x="806428" y="1605680"/>
                    <a:pt x="806428" y="1605680"/>
                    <a:pt x="806428" y="1601432"/>
                  </a:cubicBezTo>
                  <a:cubicBezTo>
                    <a:pt x="810672" y="1601432"/>
                    <a:pt x="814916" y="1601432"/>
                    <a:pt x="814916" y="1597184"/>
                  </a:cubicBezTo>
                  <a:cubicBezTo>
                    <a:pt x="814916" y="1592937"/>
                    <a:pt x="814916" y="1592937"/>
                    <a:pt x="814916" y="1592937"/>
                  </a:cubicBezTo>
                  <a:cubicBezTo>
                    <a:pt x="814916" y="1588689"/>
                    <a:pt x="806428" y="1597184"/>
                    <a:pt x="810672" y="1584441"/>
                  </a:cubicBezTo>
                  <a:cubicBezTo>
                    <a:pt x="810672" y="1584441"/>
                    <a:pt x="810672" y="1584441"/>
                    <a:pt x="810672" y="1584441"/>
                  </a:cubicBezTo>
                  <a:cubicBezTo>
                    <a:pt x="810672" y="1580193"/>
                    <a:pt x="819161" y="1580193"/>
                    <a:pt x="819161" y="1580193"/>
                  </a:cubicBezTo>
                  <a:cubicBezTo>
                    <a:pt x="819161" y="1580193"/>
                    <a:pt x="819161" y="1580193"/>
                    <a:pt x="819161" y="1580193"/>
                  </a:cubicBezTo>
                  <a:cubicBezTo>
                    <a:pt x="823405" y="1580193"/>
                    <a:pt x="827650" y="1580193"/>
                    <a:pt x="831894" y="1575945"/>
                  </a:cubicBezTo>
                  <a:cubicBezTo>
                    <a:pt x="831894" y="1575945"/>
                    <a:pt x="836138" y="1571697"/>
                    <a:pt x="836138" y="1571697"/>
                  </a:cubicBezTo>
                  <a:cubicBezTo>
                    <a:pt x="836138" y="1571697"/>
                    <a:pt x="836138" y="1571697"/>
                    <a:pt x="831894" y="1567450"/>
                  </a:cubicBezTo>
                  <a:cubicBezTo>
                    <a:pt x="827650" y="1567450"/>
                    <a:pt x="831894" y="1567450"/>
                    <a:pt x="827650" y="1567450"/>
                  </a:cubicBezTo>
                  <a:cubicBezTo>
                    <a:pt x="823405" y="1571697"/>
                    <a:pt x="814916" y="1571697"/>
                    <a:pt x="814916" y="1571697"/>
                  </a:cubicBezTo>
                  <a:cubicBezTo>
                    <a:pt x="814916" y="1571697"/>
                    <a:pt x="814916" y="1567450"/>
                    <a:pt x="814916" y="1563202"/>
                  </a:cubicBezTo>
                  <a:cubicBezTo>
                    <a:pt x="814916" y="1563202"/>
                    <a:pt x="814916" y="1563202"/>
                    <a:pt x="814916" y="1563202"/>
                  </a:cubicBezTo>
                  <a:cubicBezTo>
                    <a:pt x="814916" y="1563202"/>
                    <a:pt x="814916" y="1563202"/>
                    <a:pt x="814916" y="1563202"/>
                  </a:cubicBezTo>
                  <a:cubicBezTo>
                    <a:pt x="814916" y="1563202"/>
                    <a:pt x="814916" y="1558954"/>
                    <a:pt x="819161" y="1554706"/>
                  </a:cubicBezTo>
                  <a:cubicBezTo>
                    <a:pt x="827650" y="1550458"/>
                    <a:pt x="848871" y="1546211"/>
                    <a:pt x="853116" y="1546211"/>
                  </a:cubicBezTo>
                  <a:cubicBezTo>
                    <a:pt x="861604" y="1546211"/>
                    <a:pt x="874337" y="1541963"/>
                    <a:pt x="874337" y="1541963"/>
                  </a:cubicBezTo>
                  <a:cubicBezTo>
                    <a:pt x="878582" y="1541963"/>
                    <a:pt x="878582" y="1537715"/>
                    <a:pt x="878582" y="1537715"/>
                  </a:cubicBezTo>
                  <a:cubicBezTo>
                    <a:pt x="874337" y="1533467"/>
                    <a:pt x="874337" y="1533467"/>
                    <a:pt x="870093" y="1533467"/>
                  </a:cubicBezTo>
                  <a:cubicBezTo>
                    <a:pt x="870093" y="1533467"/>
                    <a:pt x="865849" y="1533467"/>
                    <a:pt x="865849" y="1533467"/>
                  </a:cubicBezTo>
                  <a:cubicBezTo>
                    <a:pt x="861604" y="1533467"/>
                    <a:pt x="857360" y="1533467"/>
                    <a:pt x="853116" y="1537715"/>
                  </a:cubicBezTo>
                  <a:cubicBezTo>
                    <a:pt x="848871" y="1537715"/>
                    <a:pt x="840383" y="1537715"/>
                    <a:pt x="836138" y="1537715"/>
                  </a:cubicBezTo>
                  <a:cubicBezTo>
                    <a:pt x="831894" y="1537715"/>
                    <a:pt x="827650" y="1541963"/>
                    <a:pt x="827650" y="1541963"/>
                  </a:cubicBezTo>
                  <a:cubicBezTo>
                    <a:pt x="823405" y="1541963"/>
                    <a:pt x="823405" y="1541963"/>
                    <a:pt x="827650" y="1537715"/>
                  </a:cubicBezTo>
                  <a:cubicBezTo>
                    <a:pt x="827650" y="1533467"/>
                    <a:pt x="836138" y="1533467"/>
                    <a:pt x="836138" y="1533467"/>
                  </a:cubicBezTo>
                  <a:cubicBezTo>
                    <a:pt x="840383" y="1533467"/>
                    <a:pt x="844627" y="1533467"/>
                    <a:pt x="844627" y="1533467"/>
                  </a:cubicBezTo>
                  <a:cubicBezTo>
                    <a:pt x="848871" y="1529219"/>
                    <a:pt x="853116" y="1524971"/>
                    <a:pt x="857360" y="1524971"/>
                  </a:cubicBezTo>
                  <a:cubicBezTo>
                    <a:pt x="861604" y="1520724"/>
                    <a:pt x="865849" y="1516476"/>
                    <a:pt x="865849" y="1516476"/>
                  </a:cubicBezTo>
                  <a:cubicBezTo>
                    <a:pt x="865849" y="1516476"/>
                    <a:pt x="870093" y="1516476"/>
                    <a:pt x="874337" y="1512228"/>
                  </a:cubicBezTo>
                  <a:cubicBezTo>
                    <a:pt x="878582" y="1503732"/>
                    <a:pt x="874337" y="1503732"/>
                    <a:pt x="874337" y="1499484"/>
                  </a:cubicBezTo>
                  <a:cubicBezTo>
                    <a:pt x="874337" y="1499484"/>
                    <a:pt x="870093" y="1499484"/>
                    <a:pt x="865849" y="1499484"/>
                  </a:cubicBezTo>
                  <a:cubicBezTo>
                    <a:pt x="865849" y="1499484"/>
                    <a:pt x="857360" y="1499484"/>
                    <a:pt x="857360" y="1499484"/>
                  </a:cubicBezTo>
                  <a:cubicBezTo>
                    <a:pt x="857360" y="1499484"/>
                    <a:pt x="857360" y="1499484"/>
                    <a:pt x="853116" y="1499484"/>
                  </a:cubicBezTo>
                  <a:cubicBezTo>
                    <a:pt x="853116" y="1503732"/>
                    <a:pt x="848871" y="1503732"/>
                    <a:pt x="848871" y="1503732"/>
                  </a:cubicBezTo>
                  <a:cubicBezTo>
                    <a:pt x="848871" y="1499484"/>
                    <a:pt x="848871" y="1495237"/>
                    <a:pt x="848871" y="1490989"/>
                  </a:cubicBezTo>
                  <a:cubicBezTo>
                    <a:pt x="848871" y="1486741"/>
                    <a:pt x="844627" y="1486741"/>
                    <a:pt x="844627" y="1482493"/>
                  </a:cubicBezTo>
                  <a:cubicBezTo>
                    <a:pt x="840383" y="1478245"/>
                    <a:pt x="836138" y="1469750"/>
                    <a:pt x="827650" y="1469750"/>
                  </a:cubicBezTo>
                  <a:cubicBezTo>
                    <a:pt x="823405" y="1465502"/>
                    <a:pt x="819161" y="1478245"/>
                    <a:pt x="819161" y="1482493"/>
                  </a:cubicBezTo>
                  <a:cubicBezTo>
                    <a:pt x="814916" y="1486741"/>
                    <a:pt x="814916" y="1490989"/>
                    <a:pt x="814916" y="1490989"/>
                  </a:cubicBezTo>
                  <a:cubicBezTo>
                    <a:pt x="814916" y="1495237"/>
                    <a:pt x="814916" y="1495237"/>
                    <a:pt x="810672" y="1495237"/>
                  </a:cubicBezTo>
                  <a:cubicBezTo>
                    <a:pt x="810672" y="1499484"/>
                    <a:pt x="810672" y="1503732"/>
                    <a:pt x="810672" y="1507980"/>
                  </a:cubicBezTo>
                  <a:cubicBezTo>
                    <a:pt x="806428" y="1512228"/>
                    <a:pt x="806428" y="1512228"/>
                    <a:pt x="806428" y="1512228"/>
                  </a:cubicBezTo>
                  <a:cubicBezTo>
                    <a:pt x="802183" y="1512228"/>
                    <a:pt x="802183" y="1516476"/>
                    <a:pt x="802183" y="1516476"/>
                  </a:cubicBezTo>
                  <a:cubicBezTo>
                    <a:pt x="802183" y="1516476"/>
                    <a:pt x="793695" y="1520724"/>
                    <a:pt x="797939" y="1520724"/>
                  </a:cubicBezTo>
                  <a:cubicBezTo>
                    <a:pt x="797939" y="1524971"/>
                    <a:pt x="802183" y="1520724"/>
                    <a:pt x="802183" y="1520724"/>
                  </a:cubicBezTo>
                  <a:cubicBezTo>
                    <a:pt x="802183" y="1520724"/>
                    <a:pt x="802183" y="1524971"/>
                    <a:pt x="806428" y="1524971"/>
                  </a:cubicBezTo>
                  <a:cubicBezTo>
                    <a:pt x="806428" y="1524971"/>
                    <a:pt x="802183" y="1529219"/>
                    <a:pt x="802183" y="1533467"/>
                  </a:cubicBezTo>
                  <a:cubicBezTo>
                    <a:pt x="802183" y="1537715"/>
                    <a:pt x="802183" y="1546211"/>
                    <a:pt x="797939" y="1546211"/>
                  </a:cubicBezTo>
                  <a:cubicBezTo>
                    <a:pt x="797939" y="1550458"/>
                    <a:pt x="793695" y="1546211"/>
                    <a:pt x="793695" y="1550458"/>
                  </a:cubicBezTo>
                  <a:cubicBezTo>
                    <a:pt x="793695" y="1550458"/>
                    <a:pt x="785206" y="1550458"/>
                    <a:pt x="785206" y="1550458"/>
                  </a:cubicBezTo>
                  <a:cubicBezTo>
                    <a:pt x="785206" y="1550458"/>
                    <a:pt x="785206" y="1550458"/>
                    <a:pt x="785206" y="1546211"/>
                  </a:cubicBezTo>
                  <a:cubicBezTo>
                    <a:pt x="785206" y="1541963"/>
                    <a:pt x="785206" y="1537715"/>
                    <a:pt x="780962" y="1537715"/>
                  </a:cubicBezTo>
                  <a:cubicBezTo>
                    <a:pt x="780962" y="1537715"/>
                    <a:pt x="776717" y="1533467"/>
                    <a:pt x="776717" y="1533467"/>
                  </a:cubicBezTo>
                  <a:cubicBezTo>
                    <a:pt x="776717" y="1529219"/>
                    <a:pt x="772473" y="1529219"/>
                    <a:pt x="772473" y="1524971"/>
                  </a:cubicBezTo>
                  <a:cubicBezTo>
                    <a:pt x="768229" y="1524971"/>
                    <a:pt x="772473" y="1520724"/>
                    <a:pt x="772473" y="1516476"/>
                  </a:cubicBezTo>
                  <a:cubicBezTo>
                    <a:pt x="772473" y="1516476"/>
                    <a:pt x="780962" y="1512228"/>
                    <a:pt x="780962" y="1507980"/>
                  </a:cubicBezTo>
                  <a:cubicBezTo>
                    <a:pt x="780962" y="1507980"/>
                    <a:pt x="785206" y="1507980"/>
                    <a:pt x="785206" y="1507980"/>
                  </a:cubicBezTo>
                  <a:cubicBezTo>
                    <a:pt x="785206" y="1507980"/>
                    <a:pt x="789450" y="1507980"/>
                    <a:pt x="789450" y="1507980"/>
                  </a:cubicBezTo>
                  <a:cubicBezTo>
                    <a:pt x="793695" y="1507980"/>
                    <a:pt x="797939" y="1512228"/>
                    <a:pt x="802183" y="1507980"/>
                  </a:cubicBezTo>
                  <a:cubicBezTo>
                    <a:pt x="802183" y="1507980"/>
                    <a:pt x="802183" y="1507980"/>
                    <a:pt x="802183" y="1507980"/>
                  </a:cubicBezTo>
                  <a:cubicBezTo>
                    <a:pt x="806428" y="1503732"/>
                    <a:pt x="806428" y="1503732"/>
                    <a:pt x="806428" y="1499484"/>
                  </a:cubicBezTo>
                  <a:cubicBezTo>
                    <a:pt x="806428" y="1495237"/>
                    <a:pt x="802183" y="1486741"/>
                    <a:pt x="797939" y="1486741"/>
                  </a:cubicBezTo>
                  <a:cubicBezTo>
                    <a:pt x="793695" y="1482493"/>
                    <a:pt x="793695" y="1482493"/>
                    <a:pt x="793695" y="1478245"/>
                  </a:cubicBezTo>
                  <a:cubicBezTo>
                    <a:pt x="789450" y="1478245"/>
                    <a:pt x="785206" y="1473997"/>
                    <a:pt x="785206" y="1473997"/>
                  </a:cubicBezTo>
                  <a:cubicBezTo>
                    <a:pt x="780962" y="1469750"/>
                    <a:pt x="776717" y="1465502"/>
                    <a:pt x="772473" y="1469750"/>
                  </a:cubicBezTo>
                  <a:cubicBezTo>
                    <a:pt x="772473" y="1469750"/>
                    <a:pt x="772473" y="1473997"/>
                    <a:pt x="776717" y="1478245"/>
                  </a:cubicBezTo>
                  <a:cubicBezTo>
                    <a:pt x="780962" y="1486741"/>
                    <a:pt x="776717" y="1486741"/>
                    <a:pt x="776717" y="1490989"/>
                  </a:cubicBezTo>
                  <a:cubicBezTo>
                    <a:pt x="776717" y="1495237"/>
                    <a:pt x="776717" y="1490989"/>
                    <a:pt x="776717" y="1495237"/>
                  </a:cubicBezTo>
                  <a:cubicBezTo>
                    <a:pt x="780962" y="1499484"/>
                    <a:pt x="780962" y="1499484"/>
                    <a:pt x="776717" y="1503732"/>
                  </a:cubicBezTo>
                  <a:cubicBezTo>
                    <a:pt x="776717" y="1507980"/>
                    <a:pt x="772473" y="1516476"/>
                    <a:pt x="768229" y="1516476"/>
                  </a:cubicBezTo>
                  <a:cubicBezTo>
                    <a:pt x="768229" y="1520724"/>
                    <a:pt x="763984" y="1520724"/>
                    <a:pt x="763984" y="1520724"/>
                  </a:cubicBezTo>
                  <a:cubicBezTo>
                    <a:pt x="763984" y="1524971"/>
                    <a:pt x="759740" y="1524971"/>
                    <a:pt x="759740" y="1524971"/>
                  </a:cubicBezTo>
                  <a:cubicBezTo>
                    <a:pt x="755495" y="1524971"/>
                    <a:pt x="755495" y="1533467"/>
                    <a:pt x="759740" y="1537715"/>
                  </a:cubicBezTo>
                  <a:cubicBezTo>
                    <a:pt x="759740" y="1541963"/>
                    <a:pt x="759740" y="1554706"/>
                    <a:pt x="755495" y="1558954"/>
                  </a:cubicBezTo>
                  <a:cubicBezTo>
                    <a:pt x="755495" y="1563202"/>
                    <a:pt x="751251" y="1571697"/>
                    <a:pt x="747007" y="1571697"/>
                  </a:cubicBezTo>
                  <a:cubicBezTo>
                    <a:pt x="747007" y="1575945"/>
                    <a:pt x="742762" y="1580193"/>
                    <a:pt x="734274" y="1588689"/>
                  </a:cubicBezTo>
                  <a:cubicBezTo>
                    <a:pt x="730029" y="1601432"/>
                    <a:pt x="730029" y="1601432"/>
                    <a:pt x="725785" y="1601432"/>
                  </a:cubicBezTo>
                  <a:cubicBezTo>
                    <a:pt x="725785" y="1601432"/>
                    <a:pt x="721541" y="1605680"/>
                    <a:pt x="721541" y="1605680"/>
                  </a:cubicBezTo>
                  <a:cubicBezTo>
                    <a:pt x="721541" y="1609928"/>
                    <a:pt x="721541" y="1609928"/>
                    <a:pt x="721541" y="1614176"/>
                  </a:cubicBezTo>
                  <a:moveTo>
                    <a:pt x="585721" y="1440015"/>
                  </a:moveTo>
                  <a:cubicBezTo>
                    <a:pt x="585721" y="1440015"/>
                    <a:pt x="589966" y="1440015"/>
                    <a:pt x="589966" y="1440015"/>
                  </a:cubicBezTo>
                  <a:cubicBezTo>
                    <a:pt x="589966" y="1440015"/>
                    <a:pt x="589966" y="1435767"/>
                    <a:pt x="589966" y="1440015"/>
                  </a:cubicBezTo>
                  <a:cubicBezTo>
                    <a:pt x="594210" y="1440015"/>
                    <a:pt x="594210" y="1444263"/>
                    <a:pt x="594210" y="1440015"/>
                  </a:cubicBezTo>
                  <a:cubicBezTo>
                    <a:pt x="594210" y="1440015"/>
                    <a:pt x="585721" y="1440015"/>
                    <a:pt x="585721" y="1440015"/>
                  </a:cubicBezTo>
                  <a:moveTo>
                    <a:pt x="458391" y="1473997"/>
                  </a:moveTo>
                  <a:cubicBezTo>
                    <a:pt x="454146" y="1478245"/>
                    <a:pt x="466879" y="1495237"/>
                    <a:pt x="475368" y="1499484"/>
                  </a:cubicBezTo>
                  <a:cubicBezTo>
                    <a:pt x="483857" y="1503732"/>
                    <a:pt x="513567" y="1495237"/>
                    <a:pt x="522056" y="1495237"/>
                  </a:cubicBezTo>
                  <a:cubicBezTo>
                    <a:pt x="530545" y="1490989"/>
                    <a:pt x="547522" y="1473997"/>
                    <a:pt x="556011" y="1465502"/>
                  </a:cubicBezTo>
                  <a:cubicBezTo>
                    <a:pt x="560255" y="1461254"/>
                    <a:pt x="572988" y="1452758"/>
                    <a:pt x="572988" y="1452758"/>
                  </a:cubicBezTo>
                  <a:cubicBezTo>
                    <a:pt x="572988" y="1452758"/>
                    <a:pt x="556011" y="1482493"/>
                    <a:pt x="551766" y="1499484"/>
                  </a:cubicBezTo>
                  <a:cubicBezTo>
                    <a:pt x="547522" y="1512228"/>
                    <a:pt x="543278" y="1533467"/>
                    <a:pt x="551766" y="1541963"/>
                  </a:cubicBezTo>
                  <a:cubicBezTo>
                    <a:pt x="556011" y="1546211"/>
                    <a:pt x="568744" y="1546211"/>
                    <a:pt x="568744" y="1546211"/>
                  </a:cubicBezTo>
                  <a:cubicBezTo>
                    <a:pt x="572988" y="1546211"/>
                    <a:pt x="585721" y="1550458"/>
                    <a:pt x="594210" y="1554706"/>
                  </a:cubicBezTo>
                  <a:cubicBezTo>
                    <a:pt x="598454" y="1554706"/>
                    <a:pt x="602699" y="1550458"/>
                    <a:pt x="598454" y="1550458"/>
                  </a:cubicBezTo>
                  <a:cubicBezTo>
                    <a:pt x="594210" y="1546211"/>
                    <a:pt x="594210" y="1546211"/>
                    <a:pt x="589966" y="1541963"/>
                  </a:cubicBezTo>
                  <a:cubicBezTo>
                    <a:pt x="581477" y="1537715"/>
                    <a:pt x="572988" y="1533467"/>
                    <a:pt x="572988" y="1529219"/>
                  </a:cubicBezTo>
                  <a:cubicBezTo>
                    <a:pt x="572988" y="1529219"/>
                    <a:pt x="572988" y="1524971"/>
                    <a:pt x="572988" y="1516476"/>
                  </a:cubicBezTo>
                  <a:cubicBezTo>
                    <a:pt x="572988" y="1512228"/>
                    <a:pt x="572988" y="1486741"/>
                    <a:pt x="572988" y="1478245"/>
                  </a:cubicBezTo>
                  <a:cubicBezTo>
                    <a:pt x="577232" y="1469750"/>
                    <a:pt x="581477" y="1452758"/>
                    <a:pt x="581477" y="1452758"/>
                  </a:cubicBezTo>
                  <a:cubicBezTo>
                    <a:pt x="581477" y="1452758"/>
                    <a:pt x="589966" y="1452758"/>
                    <a:pt x="602699" y="1452758"/>
                  </a:cubicBezTo>
                  <a:cubicBezTo>
                    <a:pt x="615432" y="1457006"/>
                    <a:pt x="619676" y="1452758"/>
                    <a:pt x="619676" y="1452758"/>
                  </a:cubicBezTo>
                  <a:cubicBezTo>
                    <a:pt x="623920" y="1448510"/>
                    <a:pt x="623920" y="1448510"/>
                    <a:pt x="619676" y="1448510"/>
                  </a:cubicBezTo>
                  <a:cubicBezTo>
                    <a:pt x="615432" y="1444263"/>
                    <a:pt x="602699" y="1440015"/>
                    <a:pt x="602699" y="1435767"/>
                  </a:cubicBezTo>
                  <a:cubicBezTo>
                    <a:pt x="602699" y="1435767"/>
                    <a:pt x="602699" y="1435767"/>
                    <a:pt x="598454" y="1435767"/>
                  </a:cubicBezTo>
                  <a:cubicBezTo>
                    <a:pt x="598454" y="1435767"/>
                    <a:pt x="594210" y="1431519"/>
                    <a:pt x="594210" y="1431519"/>
                  </a:cubicBezTo>
                  <a:cubicBezTo>
                    <a:pt x="594210" y="1431519"/>
                    <a:pt x="594210" y="1431519"/>
                    <a:pt x="594210" y="1431519"/>
                  </a:cubicBezTo>
                  <a:cubicBezTo>
                    <a:pt x="598454" y="1427271"/>
                    <a:pt x="598454" y="1423023"/>
                    <a:pt x="598454" y="1423023"/>
                  </a:cubicBezTo>
                  <a:cubicBezTo>
                    <a:pt x="598454" y="1427271"/>
                    <a:pt x="615432" y="1427271"/>
                    <a:pt x="619676" y="1427271"/>
                  </a:cubicBezTo>
                  <a:cubicBezTo>
                    <a:pt x="623920" y="1427271"/>
                    <a:pt x="636653" y="1427271"/>
                    <a:pt x="640898" y="1423023"/>
                  </a:cubicBezTo>
                  <a:cubicBezTo>
                    <a:pt x="645142" y="1423023"/>
                    <a:pt x="649387" y="1427271"/>
                    <a:pt x="653631" y="1423023"/>
                  </a:cubicBezTo>
                  <a:cubicBezTo>
                    <a:pt x="657875" y="1423023"/>
                    <a:pt x="653631" y="1423023"/>
                    <a:pt x="657875" y="1418776"/>
                  </a:cubicBezTo>
                  <a:cubicBezTo>
                    <a:pt x="662120" y="1418776"/>
                    <a:pt x="662120" y="1414528"/>
                    <a:pt x="662120" y="1414528"/>
                  </a:cubicBezTo>
                  <a:cubicBezTo>
                    <a:pt x="662120" y="1410280"/>
                    <a:pt x="657875" y="1410280"/>
                    <a:pt x="653631" y="1410280"/>
                  </a:cubicBezTo>
                  <a:cubicBezTo>
                    <a:pt x="649387" y="1406032"/>
                    <a:pt x="645142" y="1401784"/>
                    <a:pt x="640898" y="1401784"/>
                  </a:cubicBezTo>
                  <a:cubicBezTo>
                    <a:pt x="640898" y="1401784"/>
                    <a:pt x="640898" y="1401784"/>
                    <a:pt x="636653" y="1401784"/>
                  </a:cubicBezTo>
                  <a:cubicBezTo>
                    <a:pt x="628165" y="1401784"/>
                    <a:pt x="619676" y="1397536"/>
                    <a:pt x="611187" y="1397536"/>
                  </a:cubicBezTo>
                  <a:cubicBezTo>
                    <a:pt x="606943" y="1393289"/>
                    <a:pt x="602699" y="1393289"/>
                    <a:pt x="598454" y="1389041"/>
                  </a:cubicBezTo>
                  <a:cubicBezTo>
                    <a:pt x="598454" y="1389041"/>
                    <a:pt x="598454" y="1389041"/>
                    <a:pt x="594210" y="1389041"/>
                  </a:cubicBezTo>
                  <a:cubicBezTo>
                    <a:pt x="589966" y="1389041"/>
                    <a:pt x="589966" y="1397536"/>
                    <a:pt x="589966" y="1397536"/>
                  </a:cubicBezTo>
                  <a:cubicBezTo>
                    <a:pt x="594210" y="1401784"/>
                    <a:pt x="589966" y="1401784"/>
                    <a:pt x="589966" y="1406032"/>
                  </a:cubicBezTo>
                  <a:cubicBezTo>
                    <a:pt x="594210" y="1410280"/>
                    <a:pt x="594210" y="1410280"/>
                    <a:pt x="594210" y="1410280"/>
                  </a:cubicBezTo>
                  <a:cubicBezTo>
                    <a:pt x="594210" y="1410280"/>
                    <a:pt x="589966" y="1410280"/>
                    <a:pt x="589966" y="1406032"/>
                  </a:cubicBezTo>
                  <a:cubicBezTo>
                    <a:pt x="585721" y="1406032"/>
                    <a:pt x="585721" y="1410280"/>
                    <a:pt x="581477" y="1410280"/>
                  </a:cubicBezTo>
                  <a:cubicBezTo>
                    <a:pt x="581477" y="1414528"/>
                    <a:pt x="577232" y="1418776"/>
                    <a:pt x="572988" y="1423023"/>
                  </a:cubicBezTo>
                  <a:cubicBezTo>
                    <a:pt x="572988" y="1423023"/>
                    <a:pt x="568744" y="1427271"/>
                    <a:pt x="568744" y="1427271"/>
                  </a:cubicBezTo>
                  <a:cubicBezTo>
                    <a:pt x="564499" y="1431519"/>
                    <a:pt x="556011" y="1440015"/>
                    <a:pt x="556011" y="1440015"/>
                  </a:cubicBezTo>
                  <a:cubicBezTo>
                    <a:pt x="551766" y="1440015"/>
                    <a:pt x="522056" y="1435767"/>
                    <a:pt x="513567" y="1435767"/>
                  </a:cubicBezTo>
                  <a:cubicBezTo>
                    <a:pt x="509323" y="1435767"/>
                    <a:pt x="505078" y="1423023"/>
                    <a:pt x="505078" y="1423023"/>
                  </a:cubicBezTo>
                  <a:cubicBezTo>
                    <a:pt x="500834" y="1427271"/>
                    <a:pt x="500834" y="1435767"/>
                    <a:pt x="500834" y="1435767"/>
                  </a:cubicBezTo>
                  <a:cubicBezTo>
                    <a:pt x="492345" y="1444263"/>
                    <a:pt x="496590" y="1448510"/>
                    <a:pt x="496590" y="1448510"/>
                  </a:cubicBezTo>
                  <a:cubicBezTo>
                    <a:pt x="496590" y="1448510"/>
                    <a:pt x="496590" y="1448510"/>
                    <a:pt x="500834" y="1457006"/>
                  </a:cubicBezTo>
                  <a:cubicBezTo>
                    <a:pt x="500834" y="1461254"/>
                    <a:pt x="513567" y="1465502"/>
                    <a:pt x="522056" y="1461254"/>
                  </a:cubicBezTo>
                  <a:cubicBezTo>
                    <a:pt x="530545" y="1461254"/>
                    <a:pt x="543278" y="1457006"/>
                    <a:pt x="543278" y="1457006"/>
                  </a:cubicBezTo>
                  <a:cubicBezTo>
                    <a:pt x="539033" y="1465502"/>
                    <a:pt x="534789" y="1469750"/>
                    <a:pt x="513567" y="1482493"/>
                  </a:cubicBezTo>
                  <a:cubicBezTo>
                    <a:pt x="492345" y="1495237"/>
                    <a:pt x="483857" y="1486741"/>
                    <a:pt x="475368" y="1482493"/>
                  </a:cubicBezTo>
                  <a:cubicBezTo>
                    <a:pt x="471124" y="1482493"/>
                    <a:pt x="462635" y="1473997"/>
                    <a:pt x="458391" y="1473997"/>
                  </a:cubicBezTo>
                  <a:moveTo>
                    <a:pt x="271639" y="1253110"/>
                  </a:moveTo>
                  <a:cubicBezTo>
                    <a:pt x="250417" y="1265854"/>
                    <a:pt x="250417" y="1265854"/>
                    <a:pt x="250417" y="1265854"/>
                  </a:cubicBezTo>
                  <a:cubicBezTo>
                    <a:pt x="263150" y="1291341"/>
                    <a:pt x="275883" y="1312580"/>
                    <a:pt x="288616" y="1333819"/>
                  </a:cubicBezTo>
                  <a:cubicBezTo>
                    <a:pt x="309838" y="1321075"/>
                    <a:pt x="309838" y="1321075"/>
                    <a:pt x="309838" y="1321075"/>
                  </a:cubicBezTo>
                  <a:cubicBezTo>
                    <a:pt x="297105" y="1299836"/>
                    <a:pt x="297105" y="1299836"/>
                    <a:pt x="297105" y="1299836"/>
                  </a:cubicBezTo>
                  <a:cubicBezTo>
                    <a:pt x="381992" y="1253110"/>
                    <a:pt x="381992" y="1253110"/>
                    <a:pt x="381992" y="1253110"/>
                  </a:cubicBezTo>
                  <a:cubicBezTo>
                    <a:pt x="373503" y="1244614"/>
                    <a:pt x="369259" y="1236119"/>
                    <a:pt x="365015" y="1231871"/>
                  </a:cubicBezTo>
                  <a:cubicBezTo>
                    <a:pt x="284372" y="1278597"/>
                    <a:pt x="284372" y="1278597"/>
                    <a:pt x="284372" y="1278597"/>
                  </a:cubicBezTo>
                  <a:lnTo>
                    <a:pt x="271639" y="1253110"/>
                  </a:lnTo>
                  <a:close/>
                  <a:moveTo>
                    <a:pt x="343793" y="1176649"/>
                  </a:moveTo>
                  <a:cubicBezTo>
                    <a:pt x="233440" y="1227623"/>
                    <a:pt x="233440" y="1227623"/>
                    <a:pt x="233440" y="1227623"/>
                  </a:cubicBezTo>
                  <a:cubicBezTo>
                    <a:pt x="237684" y="1236119"/>
                    <a:pt x="237684" y="1244614"/>
                    <a:pt x="241928" y="1253110"/>
                  </a:cubicBezTo>
                  <a:cubicBezTo>
                    <a:pt x="352282" y="1202136"/>
                    <a:pt x="352282" y="1202136"/>
                    <a:pt x="352282" y="1202136"/>
                  </a:cubicBezTo>
                  <a:cubicBezTo>
                    <a:pt x="348037" y="1193641"/>
                    <a:pt x="343793" y="1185145"/>
                    <a:pt x="343793" y="1176649"/>
                  </a:cubicBezTo>
                  <a:moveTo>
                    <a:pt x="280128" y="1155410"/>
                  </a:moveTo>
                  <a:cubicBezTo>
                    <a:pt x="254661" y="1155410"/>
                    <a:pt x="254661" y="1155410"/>
                    <a:pt x="254661" y="1155410"/>
                  </a:cubicBezTo>
                  <a:cubicBezTo>
                    <a:pt x="250417" y="1155410"/>
                    <a:pt x="237684" y="1159658"/>
                    <a:pt x="233440" y="1159658"/>
                  </a:cubicBezTo>
                  <a:cubicBezTo>
                    <a:pt x="233440" y="1159658"/>
                    <a:pt x="233440" y="1159658"/>
                    <a:pt x="233440" y="1159658"/>
                  </a:cubicBezTo>
                  <a:cubicBezTo>
                    <a:pt x="237684" y="1155410"/>
                    <a:pt x="246173" y="1151162"/>
                    <a:pt x="254661" y="1146914"/>
                  </a:cubicBezTo>
                  <a:cubicBezTo>
                    <a:pt x="271639" y="1134171"/>
                    <a:pt x="271639" y="1134171"/>
                    <a:pt x="271639" y="1134171"/>
                  </a:cubicBezTo>
                  <a:lnTo>
                    <a:pt x="280128" y="1155410"/>
                  </a:lnTo>
                  <a:close/>
                  <a:moveTo>
                    <a:pt x="309838" y="1083197"/>
                  </a:moveTo>
                  <a:cubicBezTo>
                    <a:pt x="203729" y="1151162"/>
                    <a:pt x="203729" y="1151162"/>
                    <a:pt x="203729" y="1151162"/>
                  </a:cubicBezTo>
                  <a:cubicBezTo>
                    <a:pt x="207973" y="1159658"/>
                    <a:pt x="212218" y="1172401"/>
                    <a:pt x="216462" y="1185145"/>
                  </a:cubicBezTo>
                  <a:cubicBezTo>
                    <a:pt x="339549" y="1172401"/>
                    <a:pt x="339549" y="1172401"/>
                    <a:pt x="339549" y="1172401"/>
                  </a:cubicBezTo>
                  <a:cubicBezTo>
                    <a:pt x="335304" y="1163906"/>
                    <a:pt x="331060" y="1155410"/>
                    <a:pt x="331060" y="1146914"/>
                  </a:cubicBezTo>
                  <a:cubicBezTo>
                    <a:pt x="301349" y="1151162"/>
                    <a:pt x="301349" y="1151162"/>
                    <a:pt x="301349" y="1151162"/>
                  </a:cubicBezTo>
                  <a:cubicBezTo>
                    <a:pt x="292861" y="1125675"/>
                    <a:pt x="292861" y="1125675"/>
                    <a:pt x="292861" y="1125675"/>
                  </a:cubicBezTo>
                  <a:cubicBezTo>
                    <a:pt x="318327" y="1108684"/>
                    <a:pt x="318327" y="1108684"/>
                    <a:pt x="318327" y="1108684"/>
                  </a:cubicBezTo>
                  <a:cubicBezTo>
                    <a:pt x="314082" y="1100188"/>
                    <a:pt x="314082" y="1091693"/>
                    <a:pt x="309838" y="1083197"/>
                  </a:cubicBezTo>
                  <a:moveTo>
                    <a:pt x="297105" y="989745"/>
                  </a:moveTo>
                  <a:cubicBezTo>
                    <a:pt x="174019" y="1010984"/>
                    <a:pt x="174019" y="1010984"/>
                    <a:pt x="174019" y="1010984"/>
                  </a:cubicBezTo>
                  <a:cubicBezTo>
                    <a:pt x="178263" y="1019479"/>
                    <a:pt x="178263" y="1027975"/>
                    <a:pt x="178263" y="1032223"/>
                  </a:cubicBezTo>
                  <a:cubicBezTo>
                    <a:pt x="207973" y="1027975"/>
                    <a:pt x="207973" y="1027975"/>
                    <a:pt x="207973" y="1027975"/>
                  </a:cubicBezTo>
                  <a:cubicBezTo>
                    <a:pt x="224951" y="1027975"/>
                    <a:pt x="241928" y="1023727"/>
                    <a:pt x="258906" y="1019479"/>
                  </a:cubicBezTo>
                  <a:cubicBezTo>
                    <a:pt x="258906" y="1019479"/>
                    <a:pt x="258906" y="1019479"/>
                    <a:pt x="258906" y="1019479"/>
                  </a:cubicBezTo>
                  <a:cubicBezTo>
                    <a:pt x="246173" y="1023727"/>
                    <a:pt x="229195" y="1032223"/>
                    <a:pt x="216462" y="1040719"/>
                  </a:cubicBezTo>
                  <a:cubicBezTo>
                    <a:pt x="182507" y="1061958"/>
                    <a:pt x="182507" y="1061958"/>
                    <a:pt x="182507" y="1061958"/>
                  </a:cubicBezTo>
                  <a:cubicBezTo>
                    <a:pt x="182507" y="1066206"/>
                    <a:pt x="182507" y="1066206"/>
                    <a:pt x="182507" y="1066206"/>
                  </a:cubicBezTo>
                  <a:cubicBezTo>
                    <a:pt x="186752" y="1074701"/>
                    <a:pt x="186752" y="1083197"/>
                    <a:pt x="190996" y="1095940"/>
                  </a:cubicBezTo>
                  <a:cubicBezTo>
                    <a:pt x="309838" y="1074701"/>
                    <a:pt x="309838" y="1074701"/>
                    <a:pt x="309838" y="1074701"/>
                  </a:cubicBezTo>
                  <a:cubicBezTo>
                    <a:pt x="305594" y="1066206"/>
                    <a:pt x="305594" y="1057710"/>
                    <a:pt x="305594" y="1049214"/>
                  </a:cubicBezTo>
                  <a:cubicBezTo>
                    <a:pt x="275883" y="1053462"/>
                    <a:pt x="275883" y="1053462"/>
                    <a:pt x="275883" y="1053462"/>
                  </a:cubicBezTo>
                  <a:cubicBezTo>
                    <a:pt x="254661" y="1057710"/>
                    <a:pt x="237684" y="1061958"/>
                    <a:pt x="220707" y="1066206"/>
                  </a:cubicBezTo>
                  <a:cubicBezTo>
                    <a:pt x="220707" y="1066206"/>
                    <a:pt x="220707" y="1066206"/>
                    <a:pt x="220707" y="1066206"/>
                  </a:cubicBezTo>
                  <a:cubicBezTo>
                    <a:pt x="233440" y="1057710"/>
                    <a:pt x="250417" y="1049214"/>
                    <a:pt x="263150" y="1040719"/>
                  </a:cubicBezTo>
                  <a:cubicBezTo>
                    <a:pt x="297105" y="1019479"/>
                    <a:pt x="297105" y="1019479"/>
                    <a:pt x="297105" y="1019479"/>
                  </a:cubicBezTo>
                  <a:cubicBezTo>
                    <a:pt x="297105" y="1006736"/>
                    <a:pt x="297105" y="998240"/>
                    <a:pt x="297105" y="989745"/>
                  </a:cubicBezTo>
                  <a:moveTo>
                    <a:pt x="246173" y="930275"/>
                  </a:moveTo>
                  <a:cubicBezTo>
                    <a:pt x="169774" y="934523"/>
                    <a:pt x="169774" y="934523"/>
                    <a:pt x="169774" y="934523"/>
                  </a:cubicBezTo>
                  <a:cubicBezTo>
                    <a:pt x="169774" y="943018"/>
                    <a:pt x="169774" y="951514"/>
                    <a:pt x="174019" y="960010"/>
                  </a:cubicBezTo>
                  <a:cubicBezTo>
                    <a:pt x="246173" y="960010"/>
                    <a:pt x="246173" y="960010"/>
                    <a:pt x="246173" y="960010"/>
                  </a:cubicBezTo>
                  <a:cubicBezTo>
                    <a:pt x="263150" y="955762"/>
                    <a:pt x="267394" y="964258"/>
                    <a:pt x="267394" y="972753"/>
                  </a:cubicBezTo>
                  <a:cubicBezTo>
                    <a:pt x="267394" y="977001"/>
                    <a:pt x="267394" y="981249"/>
                    <a:pt x="267394" y="981249"/>
                  </a:cubicBezTo>
                  <a:cubicBezTo>
                    <a:pt x="292861" y="985497"/>
                    <a:pt x="292861" y="985497"/>
                    <a:pt x="292861" y="985497"/>
                  </a:cubicBezTo>
                  <a:cubicBezTo>
                    <a:pt x="292861" y="981249"/>
                    <a:pt x="292861" y="972753"/>
                    <a:pt x="292861" y="968505"/>
                  </a:cubicBezTo>
                  <a:cubicBezTo>
                    <a:pt x="292861" y="943018"/>
                    <a:pt x="280128" y="930275"/>
                    <a:pt x="246173" y="930275"/>
                  </a:cubicBezTo>
                  <a:moveTo>
                    <a:pt x="292861" y="887797"/>
                  </a:moveTo>
                  <a:cubicBezTo>
                    <a:pt x="174019" y="883549"/>
                    <a:pt x="174019" y="883549"/>
                    <a:pt x="174019" y="883549"/>
                  </a:cubicBezTo>
                  <a:cubicBezTo>
                    <a:pt x="174019" y="892045"/>
                    <a:pt x="169774" y="900540"/>
                    <a:pt x="169774" y="913284"/>
                  </a:cubicBezTo>
                  <a:cubicBezTo>
                    <a:pt x="292861" y="917532"/>
                    <a:pt x="292861" y="917532"/>
                    <a:pt x="292861" y="917532"/>
                  </a:cubicBezTo>
                  <a:cubicBezTo>
                    <a:pt x="292861" y="909036"/>
                    <a:pt x="292861" y="900540"/>
                    <a:pt x="292861" y="887797"/>
                  </a:cubicBezTo>
                  <a:moveTo>
                    <a:pt x="305594" y="790097"/>
                  </a:moveTo>
                  <a:cubicBezTo>
                    <a:pt x="186752" y="773105"/>
                    <a:pt x="186752" y="773105"/>
                    <a:pt x="186752" y="773105"/>
                  </a:cubicBezTo>
                  <a:cubicBezTo>
                    <a:pt x="186752" y="781601"/>
                    <a:pt x="182507" y="790097"/>
                    <a:pt x="182507" y="794344"/>
                  </a:cubicBezTo>
                  <a:cubicBezTo>
                    <a:pt x="212218" y="802840"/>
                    <a:pt x="212218" y="802840"/>
                    <a:pt x="212218" y="802840"/>
                  </a:cubicBezTo>
                  <a:cubicBezTo>
                    <a:pt x="229195" y="802840"/>
                    <a:pt x="246173" y="807088"/>
                    <a:pt x="263150" y="807088"/>
                  </a:cubicBezTo>
                  <a:cubicBezTo>
                    <a:pt x="263150" y="807088"/>
                    <a:pt x="263150" y="807088"/>
                    <a:pt x="263150" y="807088"/>
                  </a:cubicBezTo>
                  <a:cubicBezTo>
                    <a:pt x="246173" y="811336"/>
                    <a:pt x="229195" y="811336"/>
                    <a:pt x="216462" y="815584"/>
                  </a:cubicBezTo>
                  <a:cubicBezTo>
                    <a:pt x="178263" y="824079"/>
                    <a:pt x="178263" y="824079"/>
                    <a:pt x="178263" y="824079"/>
                  </a:cubicBezTo>
                  <a:cubicBezTo>
                    <a:pt x="178263" y="836823"/>
                    <a:pt x="174019" y="845318"/>
                    <a:pt x="174019" y="858062"/>
                  </a:cubicBezTo>
                  <a:cubicBezTo>
                    <a:pt x="292861" y="875053"/>
                    <a:pt x="292861" y="875053"/>
                    <a:pt x="292861" y="875053"/>
                  </a:cubicBezTo>
                  <a:cubicBezTo>
                    <a:pt x="297105" y="866558"/>
                    <a:pt x="297105" y="858062"/>
                    <a:pt x="297105" y="849566"/>
                  </a:cubicBezTo>
                  <a:cubicBezTo>
                    <a:pt x="267394" y="845318"/>
                    <a:pt x="267394" y="845318"/>
                    <a:pt x="267394" y="845318"/>
                  </a:cubicBezTo>
                  <a:cubicBezTo>
                    <a:pt x="250417" y="845318"/>
                    <a:pt x="229195" y="841071"/>
                    <a:pt x="212218" y="841071"/>
                  </a:cubicBezTo>
                  <a:cubicBezTo>
                    <a:pt x="212218" y="841071"/>
                    <a:pt x="212218" y="841071"/>
                    <a:pt x="212218" y="841071"/>
                  </a:cubicBezTo>
                  <a:cubicBezTo>
                    <a:pt x="229195" y="836823"/>
                    <a:pt x="246173" y="832575"/>
                    <a:pt x="258906" y="828327"/>
                  </a:cubicBezTo>
                  <a:cubicBezTo>
                    <a:pt x="301349" y="819831"/>
                    <a:pt x="301349" y="819831"/>
                    <a:pt x="301349" y="819831"/>
                  </a:cubicBezTo>
                  <a:cubicBezTo>
                    <a:pt x="301349" y="811336"/>
                    <a:pt x="305594" y="798592"/>
                    <a:pt x="305594" y="790097"/>
                  </a:cubicBezTo>
                  <a:moveTo>
                    <a:pt x="288616" y="662662"/>
                  </a:moveTo>
                  <a:cubicBezTo>
                    <a:pt x="229195" y="641422"/>
                    <a:pt x="229195" y="641422"/>
                    <a:pt x="229195" y="641422"/>
                  </a:cubicBezTo>
                  <a:cubicBezTo>
                    <a:pt x="224951" y="649918"/>
                    <a:pt x="220707" y="658414"/>
                    <a:pt x="216462" y="666909"/>
                  </a:cubicBezTo>
                  <a:cubicBezTo>
                    <a:pt x="216462" y="666909"/>
                    <a:pt x="216462" y="666909"/>
                    <a:pt x="216462" y="666909"/>
                  </a:cubicBezTo>
                  <a:cubicBezTo>
                    <a:pt x="284372" y="688149"/>
                    <a:pt x="284372" y="688149"/>
                    <a:pt x="284372" y="688149"/>
                  </a:cubicBezTo>
                  <a:cubicBezTo>
                    <a:pt x="301349" y="696644"/>
                    <a:pt x="309838" y="705140"/>
                    <a:pt x="305594" y="713636"/>
                  </a:cubicBezTo>
                  <a:cubicBezTo>
                    <a:pt x="301349" y="722131"/>
                    <a:pt x="292861" y="726379"/>
                    <a:pt x="271639" y="717883"/>
                  </a:cubicBezTo>
                  <a:cubicBezTo>
                    <a:pt x="207973" y="696644"/>
                    <a:pt x="207973" y="696644"/>
                    <a:pt x="207973" y="696644"/>
                  </a:cubicBezTo>
                  <a:cubicBezTo>
                    <a:pt x="203729" y="705140"/>
                    <a:pt x="203729" y="713636"/>
                    <a:pt x="199485" y="722131"/>
                  </a:cubicBezTo>
                  <a:cubicBezTo>
                    <a:pt x="258906" y="743370"/>
                    <a:pt x="258906" y="743370"/>
                    <a:pt x="258906" y="743370"/>
                  </a:cubicBezTo>
                  <a:cubicBezTo>
                    <a:pt x="297105" y="756114"/>
                    <a:pt x="318327" y="747618"/>
                    <a:pt x="326815" y="722131"/>
                  </a:cubicBezTo>
                  <a:cubicBezTo>
                    <a:pt x="335304" y="696644"/>
                    <a:pt x="322571" y="675405"/>
                    <a:pt x="288616" y="662662"/>
                  </a:cubicBezTo>
                  <a:moveTo>
                    <a:pt x="386236" y="598944"/>
                  </a:moveTo>
                  <a:cubicBezTo>
                    <a:pt x="275883" y="539475"/>
                    <a:pt x="275883" y="539475"/>
                    <a:pt x="275883" y="539475"/>
                  </a:cubicBezTo>
                  <a:cubicBezTo>
                    <a:pt x="271639" y="547970"/>
                    <a:pt x="267394" y="556466"/>
                    <a:pt x="263150" y="560714"/>
                  </a:cubicBezTo>
                  <a:cubicBezTo>
                    <a:pt x="288616" y="573457"/>
                    <a:pt x="288616" y="573457"/>
                    <a:pt x="288616" y="573457"/>
                  </a:cubicBezTo>
                  <a:cubicBezTo>
                    <a:pt x="305594" y="581953"/>
                    <a:pt x="322571" y="590449"/>
                    <a:pt x="335304" y="598944"/>
                  </a:cubicBezTo>
                  <a:cubicBezTo>
                    <a:pt x="335304" y="598944"/>
                    <a:pt x="335304" y="598944"/>
                    <a:pt x="335304" y="598944"/>
                  </a:cubicBezTo>
                  <a:cubicBezTo>
                    <a:pt x="322571" y="594696"/>
                    <a:pt x="305594" y="594696"/>
                    <a:pt x="292861" y="590449"/>
                  </a:cubicBezTo>
                  <a:cubicBezTo>
                    <a:pt x="250417" y="586201"/>
                    <a:pt x="250417" y="586201"/>
                    <a:pt x="250417" y="586201"/>
                  </a:cubicBezTo>
                  <a:cubicBezTo>
                    <a:pt x="246173" y="598944"/>
                    <a:pt x="241928" y="607440"/>
                    <a:pt x="237684" y="615936"/>
                  </a:cubicBezTo>
                  <a:cubicBezTo>
                    <a:pt x="343793" y="675405"/>
                    <a:pt x="343793" y="675405"/>
                    <a:pt x="343793" y="675405"/>
                  </a:cubicBezTo>
                  <a:cubicBezTo>
                    <a:pt x="348037" y="666909"/>
                    <a:pt x="352282" y="658414"/>
                    <a:pt x="356526" y="649918"/>
                  </a:cubicBezTo>
                  <a:cubicBezTo>
                    <a:pt x="331060" y="637175"/>
                    <a:pt x="331060" y="637175"/>
                    <a:pt x="331060" y="637175"/>
                  </a:cubicBezTo>
                  <a:cubicBezTo>
                    <a:pt x="314082" y="628679"/>
                    <a:pt x="297105" y="620183"/>
                    <a:pt x="280128" y="611688"/>
                  </a:cubicBezTo>
                  <a:cubicBezTo>
                    <a:pt x="280128" y="611688"/>
                    <a:pt x="280128" y="611688"/>
                    <a:pt x="280128" y="611688"/>
                  </a:cubicBezTo>
                  <a:cubicBezTo>
                    <a:pt x="297105" y="615936"/>
                    <a:pt x="314082" y="615936"/>
                    <a:pt x="326815" y="620183"/>
                  </a:cubicBezTo>
                  <a:cubicBezTo>
                    <a:pt x="369259" y="624431"/>
                    <a:pt x="369259" y="624431"/>
                    <a:pt x="369259" y="624431"/>
                  </a:cubicBezTo>
                  <a:cubicBezTo>
                    <a:pt x="373503" y="615936"/>
                    <a:pt x="377748" y="607440"/>
                    <a:pt x="386236" y="598944"/>
                  </a:cubicBezTo>
                  <a:moveTo>
                    <a:pt x="403214" y="564962"/>
                  </a:moveTo>
                  <a:cubicBezTo>
                    <a:pt x="305594" y="496996"/>
                    <a:pt x="305594" y="496996"/>
                    <a:pt x="305594" y="496996"/>
                  </a:cubicBezTo>
                  <a:cubicBezTo>
                    <a:pt x="297105" y="505492"/>
                    <a:pt x="292861" y="513988"/>
                    <a:pt x="288616" y="518235"/>
                  </a:cubicBezTo>
                  <a:cubicBezTo>
                    <a:pt x="390481" y="586201"/>
                    <a:pt x="390481" y="586201"/>
                    <a:pt x="390481" y="586201"/>
                  </a:cubicBezTo>
                  <a:cubicBezTo>
                    <a:pt x="394725" y="581953"/>
                    <a:pt x="398970" y="573457"/>
                    <a:pt x="403214" y="564962"/>
                  </a:cubicBezTo>
                  <a:moveTo>
                    <a:pt x="441413" y="513988"/>
                  </a:moveTo>
                  <a:cubicBezTo>
                    <a:pt x="369259" y="412040"/>
                    <a:pt x="369259" y="412040"/>
                    <a:pt x="369259" y="412040"/>
                  </a:cubicBezTo>
                  <a:cubicBezTo>
                    <a:pt x="365015" y="420535"/>
                    <a:pt x="356526" y="429031"/>
                    <a:pt x="352282" y="433279"/>
                  </a:cubicBezTo>
                  <a:cubicBezTo>
                    <a:pt x="381992" y="475757"/>
                    <a:pt x="381992" y="475757"/>
                    <a:pt x="381992" y="475757"/>
                  </a:cubicBezTo>
                  <a:cubicBezTo>
                    <a:pt x="390481" y="484253"/>
                    <a:pt x="398970" y="496996"/>
                    <a:pt x="411703" y="509740"/>
                  </a:cubicBezTo>
                  <a:cubicBezTo>
                    <a:pt x="411703" y="509740"/>
                    <a:pt x="411703" y="509740"/>
                    <a:pt x="411703" y="509740"/>
                  </a:cubicBezTo>
                  <a:cubicBezTo>
                    <a:pt x="394725" y="501244"/>
                    <a:pt x="386236" y="492748"/>
                    <a:pt x="373503" y="488501"/>
                  </a:cubicBezTo>
                  <a:cubicBezTo>
                    <a:pt x="326815" y="463014"/>
                    <a:pt x="326815" y="463014"/>
                    <a:pt x="326815" y="463014"/>
                  </a:cubicBezTo>
                  <a:cubicBezTo>
                    <a:pt x="326815" y="467261"/>
                    <a:pt x="326815" y="467261"/>
                    <a:pt x="326815" y="467261"/>
                  </a:cubicBezTo>
                  <a:cubicBezTo>
                    <a:pt x="322571" y="471509"/>
                    <a:pt x="318327" y="480005"/>
                    <a:pt x="309838" y="488501"/>
                  </a:cubicBezTo>
                  <a:cubicBezTo>
                    <a:pt x="424436" y="539475"/>
                    <a:pt x="424436" y="539475"/>
                    <a:pt x="424436" y="539475"/>
                  </a:cubicBezTo>
                  <a:cubicBezTo>
                    <a:pt x="428680" y="530979"/>
                    <a:pt x="437169" y="522483"/>
                    <a:pt x="441413" y="513988"/>
                  </a:cubicBezTo>
                  <a:moveTo>
                    <a:pt x="420191" y="403544"/>
                  </a:moveTo>
                  <a:cubicBezTo>
                    <a:pt x="445657" y="378057"/>
                    <a:pt x="445657" y="378057"/>
                    <a:pt x="445657" y="378057"/>
                  </a:cubicBezTo>
                  <a:cubicBezTo>
                    <a:pt x="428680" y="356818"/>
                    <a:pt x="428680" y="356818"/>
                    <a:pt x="428680" y="356818"/>
                  </a:cubicBezTo>
                  <a:cubicBezTo>
                    <a:pt x="420191" y="361066"/>
                    <a:pt x="415947" y="369561"/>
                    <a:pt x="411703" y="373809"/>
                  </a:cubicBezTo>
                  <a:cubicBezTo>
                    <a:pt x="394725" y="386553"/>
                    <a:pt x="394725" y="386553"/>
                    <a:pt x="394725" y="386553"/>
                  </a:cubicBezTo>
                  <a:cubicBezTo>
                    <a:pt x="390481" y="390800"/>
                    <a:pt x="386236" y="399296"/>
                    <a:pt x="381992" y="403544"/>
                  </a:cubicBezTo>
                  <a:cubicBezTo>
                    <a:pt x="466879" y="492748"/>
                    <a:pt x="466879" y="492748"/>
                    <a:pt x="466879" y="492748"/>
                  </a:cubicBezTo>
                  <a:cubicBezTo>
                    <a:pt x="479612" y="475757"/>
                    <a:pt x="496590" y="458766"/>
                    <a:pt x="513567" y="446022"/>
                  </a:cubicBezTo>
                  <a:cubicBezTo>
                    <a:pt x="496590" y="424783"/>
                    <a:pt x="496590" y="424783"/>
                    <a:pt x="496590" y="424783"/>
                  </a:cubicBezTo>
                  <a:cubicBezTo>
                    <a:pt x="466879" y="454518"/>
                    <a:pt x="466879" y="454518"/>
                    <a:pt x="466879" y="454518"/>
                  </a:cubicBezTo>
                  <a:cubicBezTo>
                    <a:pt x="449902" y="437527"/>
                    <a:pt x="449902" y="437527"/>
                    <a:pt x="449902" y="437527"/>
                  </a:cubicBezTo>
                  <a:cubicBezTo>
                    <a:pt x="475368" y="412040"/>
                    <a:pt x="475368" y="412040"/>
                    <a:pt x="475368" y="412040"/>
                  </a:cubicBezTo>
                  <a:cubicBezTo>
                    <a:pt x="458391" y="390800"/>
                    <a:pt x="458391" y="390800"/>
                    <a:pt x="458391" y="390800"/>
                  </a:cubicBezTo>
                  <a:cubicBezTo>
                    <a:pt x="432924" y="416287"/>
                    <a:pt x="432924" y="416287"/>
                    <a:pt x="432924" y="416287"/>
                  </a:cubicBezTo>
                  <a:lnTo>
                    <a:pt x="420191" y="403544"/>
                  </a:lnTo>
                  <a:close/>
                  <a:moveTo>
                    <a:pt x="505078" y="361066"/>
                  </a:moveTo>
                  <a:cubicBezTo>
                    <a:pt x="500834" y="365313"/>
                    <a:pt x="500834" y="365313"/>
                    <a:pt x="500834" y="365313"/>
                  </a:cubicBezTo>
                  <a:cubicBezTo>
                    <a:pt x="483857" y="344074"/>
                    <a:pt x="483857" y="344074"/>
                    <a:pt x="483857" y="344074"/>
                  </a:cubicBezTo>
                  <a:cubicBezTo>
                    <a:pt x="483857" y="339826"/>
                    <a:pt x="488101" y="339826"/>
                    <a:pt x="492345" y="335579"/>
                  </a:cubicBezTo>
                  <a:cubicBezTo>
                    <a:pt x="496590" y="331331"/>
                    <a:pt x="505078" y="331331"/>
                    <a:pt x="509323" y="339826"/>
                  </a:cubicBezTo>
                  <a:cubicBezTo>
                    <a:pt x="513567" y="348322"/>
                    <a:pt x="513567" y="356818"/>
                    <a:pt x="505078" y="361066"/>
                  </a:cubicBezTo>
                  <a:moveTo>
                    <a:pt x="534789" y="356818"/>
                  </a:moveTo>
                  <a:cubicBezTo>
                    <a:pt x="539033" y="348322"/>
                    <a:pt x="539033" y="335579"/>
                    <a:pt x="530545" y="322835"/>
                  </a:cubicBezTo>
                  <a:cubicBezTo>
                    <a:pt x="522056" y="314339"/>
                    <a:pt x="513567" y="305844"/>
                    <a:pt x="505078" y="305844"/>
                  </a:cubicBezTo>
                  <a:cubicBezTo>
                    <a:pt x="500834" y="305844"/>
                    <a:pt x="492345" y="305844"/>
                    <a:pt x="483857" y="310092"/>
                  </a:cubicBezTo>
                  <a:cubicBezTo>
                    <a:pt x="479612" y="314339"/>
                    <a:pt x="479612" y="314339"/>
                    <a:pt x="475368" y="318587"/>
                  </a:cubicBezTo>
                  <a:cubicBezTo>
                    <a:pt x="466879" y="322835"/>
                    <a:pt x="462635" y="331331"/>
                    <a:pt x="454146" y="335579"/>
                  </a:cubicBezTo>
                  <a:cubicBezTo>
                    <a:pt x="454146" y="335579"/>
                    <a:pt x="449902" y="339826"/>
                    <a:pt x="449902" y="339826"/>
                  </a:cubicBezTo>
                  <a:cubicBezTo>
                    <a:pt x="522056" y="437527"/>
                    <a:pt x="522056" y="437527"/>
                    <a:pt x="522056" y="437527"/>
                  </a:cubicBezTo>
                  <a:cubicBezTo>
                    <a:pt x="526300" y="433279"/>
                    <a:pt x="534789" y="429031"/>
                    <a:pt x="543278" y="420535"/>
                  </a:cubicBezTo>
                  <a:cubicBezTo>
                    <a:pt x="513567" y="386553"/>
                    <a:pt x="513567" y="386553"/>
                    <a:pt x="513567" y="386553"/>
                  </a:cubicBezTo>
                  <a:cubicBezTo>
                    <a:pt x="517811" y="382305"/>
                    <a:pt x="517811" y="382305"/>
                    <a:pt x="517811" y="382305"/>
                  </a:cubicBezTo>
                  <a:cubicBezTo>
                    <a:pt x="526300" y="378057"/>
                    <a:pt x="530545" y="378057"/>
                    <a:pt x="539033" y="390800"/>
                  </a:cubicBezTo>
                  <a:cubicBezTo>
                    <a:pt x="551766" y="399296"/>
                    <a:pt x="556011" y="403544"/>
                    <a:pt x="560255" y="407792"/>
                  </a:cubicBezTo>
                  <a:cubicBezTo>
                    <a:pt x="568744" y="403544"/>
                    <a:pt x="577232" y="395048"/>
                    <a:pt x="585721" y="390800"/>
                  </a:cubicBezTo>
                  <a:cubicBezTo>
                    <a:pt x="581477" y="386553"/>
                    <a:pt x="568744" y="378057"/>
                    <a:pt x="556011" y="369561"/>
                  </a:cubicBezTo>
                  <a:cubicBezTo>
                    <a:pt x="547522" y="361066"/>
                    <a:pt x="543278" y="356818"/>
                    <a:pt x="534789" y="356818"/>
                  </a:cubicBezTo>
                  <a:close/>
                  <a:moveTo>
                    <a:pt x="577232" y="284605"/>
                  </a:moveTo>
                  <a:cubicBezTo>
                    <a:pt x="585721" y="276109"/>
                    <a:pt x="594210" y="276109"/>
                    <a:pt x="598454" y="276109"/>
                  </a:cubicBezTo>
                  <a:cubicBezTo>
                    <a:pt x="589966" y="254870"/>
                    <a:pt x="589966" y="254870"/>
                    <a:pt x="589966" y="254870"/>
                  </a:cubicBezTo>
                  <a:cubicBezTo>
                    <a:pt x="581477" y="254870"/>
                    <a:pt x="572988" y="254870"/>
                    <a:pt x="564499" y="263366"/>
                  </a:cubicBezTo>
                  <a:cubicBezTo>
                    <a:pt x="543278" y="276109"/>
                    <a:pt x="539033" y="293100"/>
                    <a:pt x="547522" y="310092"/>
                  </a:cubicBezTo>
                  <a:cubicBezTo>
                    <a:pt x="556011" y="327083"/>
                    <a:pt x="568744" y="331331"/>
                    <a:pt x="589966" y="331331"/>
                  </a:cubicBezTo>
                  <a:cubicBezTo>
                    <a:pt x="598454" y="331331"/>
                    <a:pt x="606943" y="331331"/>
                    <a:pt x="606943" y="335579"/>
                  </a:cubicBezTo>
                  <a:cubicBezTo>
                    <a:pt x="611187" y="339826"/>
                    <a:pt x="611187" y="348322"/>
                    <a:pt x="602699" y="352570"/>
                  </a:cubicBezTo>
                  <a:cubicBezTo>
                    <a:pt x="594210" y="356818"/>
                    <a:pt x="581477" y="356818"/>
                    <a:pt x="577232" y="356818"/>
                  </a:cubicBezTo>
                  <a:cubicBezTo>
                    <a:pt x="585721" y="382305"/>
                    <a:pt x="585721" y="382305"/>
                    <a:pt x="585721" y="382305"/>
                  </a:cubicBezTo>
                  <a:cubicBezTo>
                    <a:pt x="589966" y="382305"/>
                    <a:pt x="602699" y="382305"/>
                    <a:pt x="611187" y="373809"/>
                  </a:cubicBezTo>
                  <a:cubicBezTo>
                    <a:pt x="636653" y="361066"/>
                    <a:pt x="640898" y="339826"/>
                    <a:pt x="632409" y="318587"/>
                  </a:cubicBezTo>
                  <a:cubicBezTo>
                    <a:pt x="623920" y="305844"/>
                    <a:pt x="611187" y="297348"/>
                    <a:pt x="589966" y="301596"/>
                  </a:cubicBezTo>
                  <a:cubicBezTo>
                    <a:pt x="577232" y="301596"/>
                    <a:pt x="572988" y="301596"/>
                    <a:pt x="568744" y="297348"/>
                  </a:cubicBezTo>
                  <a:cubicBezTo>
                    <a:pt x="568744" y="293100"/>
                    <a:pt x="568744" y="288853"/>
                    <a:pt x="577232" y="284605"/>
                  </a:cubicBezTo>
                  <a:moveTo>
                    <a:pt x="683341" y="339826"/>
                  </a:moveTo>
                  <a:cubicBezTo>
                    <a:pt x="636653" y="229383"/>
                    <a:pt x="636653" y="229383"/>
                    <a:pt x="636653" y="229383"/>
                  </a:cubicBezTo>
                  <a:cubicBezTo>
                    <a:pt x="611187" y="237879"/>
                    <a:pt x="611187" y="237879"/>
                    <a:pt x="611187" y="237879"/>
                  </a:cubicBezTo>
                  <a:cubicBezTo>
                    <a:pt x="657875" y="352570"/>
                    <a:pt x="657875" y="352570"/>
                    <a:pt x="657875" y="352570"/>
                  </a:cubicBezTo>
                  <a:cubicBezTo>
                    <a:pt x="666364" y="348322"/>
                    <a:pt x="674853" y="344074"/>
                    <a:pt x="683341" y="339826"/>
                  </a:cubicBezTo>
                  <a:moveTo>
                    <a:pt x="738518" y="318587"/>
                  </a:moveTo>
                  <a:cubicBezTo>
                    <a:pt x="708808" y="229383"/>
                    <a:pt x="708808" y="229383"/>
                    <a:pt x="708808" y="229383"/>
                  </a:cubicBezTo>
                  <a:cubicBezTo>
                    <a:pt x="734274" y="220887"/>
                    <a:pt x="734274" y="220887"/>
                    <a:pt x="734274" y="220887"/>
                  </a:cubicBezTo>
                  <a:cubicBezTo>
                    <a:pt x="725785" y="195400"/>
                    <a:pt x="725785" y="195400"/>
                    <a:pt x="725785" y="195400"/>
                  </a:cubicBezTo>
                  <a:cubicBezTo>
                    <a:pt x="721541" y="195400"/>
                    <a:pt x="717296" y="199648"/>
                    <a:pt x="713052" y="199648"/>
                  </a:cubicBezTo>
                  <a:cubicBezTo>
                    <a:pt x="670608" y="212392"/>
                    <a:pt x="670608" y="212392"/>
                    <a:pt x="670608" y="212392"/>
                  </a:cubicBezTo>
                  <a:cubicBezTo>
                    <a:pt x="662120" y="216639"/>
                    <a:pt x="657875" y="216639"/>
                    <a:pt x="653631" y="220887"/>
                  </a:cubicBezTo>
                  <a:cubicBezTo>
                    <a:pt x="662120" y="246374"/>
                    <a:pt x="662120" y="246374"/>
                    <a:pt x="662120" y="246374"/>
                  </a:cubicBezTo>
                  <a:cubicBezTo>
                    <a:pt x="683341" y="237879"/>
                    <a:pt x="683341" y="237879"/>
                    <a:pt x="683341" y="237879"/>
                  </a:cubicBezTo>
                  <a:cubicBezTo>
                    <a:pt x="713052" y="327083"/>
                    <a:pt x="713052" y="327083"/>
                    <a:pt x="713052" y="327083"/>
                  </a:cubicBezTo>
                  <a:cubicBezTo>
                    <a:pt x="721541" y="327083"/>
                    <a:pt x="730029" y="322835"/>
                    <a:pt x="738518" y="318587"/>
                  </a:cubicBezTo>
                  <a:moveTo>
                    <a:pt x="810672" y="250622"/>
                  </a:moveTo>
                  <a:cubicBezTo>
                    <a:pt x="827650" y="174161"/>
                    <a:pt x="827650" y="174161"/>
                    <a:pt x="827650" y="174161"/>
                  </a:cubicBezTo>
                  <a:cubicBezTo>
                    <a:pt x="819161" y="178409"/>
                    <a:pt x="810672" y="178409"/>
                    <a:pt x="802183" y="178409"/>
                  </a:cubicBezTo>
                  <a:cubicBezTo>
                    <a:pt x="802183" y="178409"/>
                    <a:pt x="802183" y="178409"/>
                    <a:pt x="802183" y="178409"/>
                  </a:cubicBezTo>
                  <a:cubicBezTo>
                    <a:pt x="797939" y="208144"/>
                    <a:pt x="797939" y="208144"/>
                    <a:pt x="797939" y="208144"/>
                  </a:cubicBezTo>
                  <a:cubicBezTo>
                    <a:pt x="797939" y="216639"/>
                    <a:pt x="793695" y="225135"/>
                    <a:pt x="793695" y="233631"/>
                  </a:cubicBezTo>
                  <a:cubicBezTo>
                    <a:pt x="793695" y="233631"/>
                    <a:pt x="793695" y="233631"/>
                    <a:pt x="793695" y="233631"/>
                  </a:cubicBezTo>
                  <a:cubicBezTo>
                    <a:pt x="789450" y="225135"/>
                    <a:pt x="789450" y="220887"/>
                    <a:pt x="785206" y="212392"/>
                  </a:cubicBezTo>
                  <a:cubicBezTo>
                    <a:pt x="772473" y="186905"/>
                    <a:pt x="772473" y="186905"/>
                    <a:pt x="772473" y="186905"/>
                  </a:cubicBezTo>
                  <a:cubicBezTo>
                    <a:pt x="763984" y="186905"/>
                    <a:pt x="763984" y="186905"/>
                    <a:pt x="763984" y="186905"/>
                  </a:cubicBezTo>
                  <a:cubicBezTo>
                    <a:pt x="755495" y="186905"/>
                    <a:pt x="751251" y="191152"/>
                    <a:pt x="742762" y="191152"/>
                  </a:cubicBezTo>
                  <a:cubicBezTo>
                    <a:pt x="785206" y="259118"/>
                    <a:pt x="785206" y="259118"/>
                    <a:pt x="785206" y="259118"/>
                  </a:cubicBezTo>
                  <a:cubicBezTo>
                    <a:pt x="793695" y="305844"/>
                    <a:pt x="793695" y="305844"/>
                    <a:pt x="793695" y="305844"/>
                  </a:cubicBezTo>
                  <a:cubicBezTo>
                    <a:pt x="802183" y="305844"/>
                    <a:pt x="810672" y="301596"/>
                    <a:pt x="819161" y="301596"/>
                  </a:cubicBezTo>
                  <a:lnTo>
                    <a:pt x="810672" y="250622"/>
                  </a:lnTo>
                  <a:close/>
                  <a:moveTo>
                    <a:pt x="912537" y="293100"/>
                  </a:moveTo>
                  <a:cubicBezTo>
                    <a:pt x="904048" y="280357"/>
                    <a:pt x="895559" y="259118"/>
                    <a:pt x="895559" y="229383"/>
                  </a:cubicBezTo>
                  <a:cubicBezTo>
                    <a:pt x="895559" y="203896"/>
                    <a:pt x="895559" y="186905"/>
                    <a:pt x="904048" y="169913"/>
                  </a:cubicBezTo>
                  <a:cubicBezTo>
                    <a:pt x="895559" y="169913"/>
                    <a:pt x="891315" y="169913"/>
                    <a:pt x="887071" y="169913"/>
                  </a:cubicBezTo>
                  <a:cubicBezTo>
                    <a:pt x="878582" y="182657"/>
                    <a:pt x="874337" y="203896"/>
                    <a:pt x="874337" y="229383"/>
                  </a:cubicBezTo>
                  <a:cubicBezTo>
                    <a:pt x="874337" y="263366"/>
                    <a:pt x="882826" y="280357"/>
                    <a:pt x="891315" y="293100"/>
                  </a:cubicBezTo>
                  <a:cubicBezTo>
                    <a:pt x="895559" y="293100"/>
                    <a:pt x="895559" y="293100"/>
                    <a:pt x="899804" y="293100"/>
                  </a:cubicBezTo>
                  <a:lnTo>
                    <a:pt x="912537" y="293100"/>
                  </a:lnTo>
                  <a:close/>
                  <a:moveTo>
                    <a:pt x="971958" y="212392"/>
                  </a:moveTo>
                  <a:cubicBezTo>
                    <a:pt x="971958" y="220887"/>
                    <a:pt x="963469" y="229383"/>
                    <a:pt x="954980" y="229383"/>
                  </a:cubicBezTo>
                  <a:cubicBezTo>
                    <a:pt x="950736" y="229383"/>
                    <a:pt x="950736" y="229383"/>
                    <a:pt x="946491" y="229383"/>
                  </a:cubicBezTo>
                  <a:cubicBezTo>
                    <a:pt x="950736" y="195400"/>
                    <a:pt x="950736" y="195400"/>
                    <a:pt x="950736" y="195400"/>
                  </a:cubicBezTo>
                  <a:cubicBezTo>
                    <a:pt x="950736" y="195400"/>
                    <a:pt x="954980" y="195400"/>
                    <a:pt x="959225" y="195400"/>
                  </a:cubicBezTo>
                  <a:cubicBezTo>
                    <a:pt x="967713" y="195400"/>
                    <a:pt x="971958" y="203896"/>
                    <a:pt x="971958" y="212392"/>
                  </a:cubicBezTo>
                  <a:moveTo>
                    <a:pt x="984691" y="242126"/>
                  </a:moveTo>
                  <a:cubicBezTo>
                    <a:pt x="993179" y="237879"/>
                    <a:pt x="997424" y="225135"/>
                    <a:pt x="997424" y="212392"/>
                  </a:cubicBezTo>
                  <a:cubicBezTo>
                    <a:pt x="997424" y="199648"/>
                    <a:pt x="993179" y="186905"/>
                    <a:pt x="988935" y="182657"/>
                  </a:cubicBezTo>
                  <a:cubicBezTo>
                    <a:pt x="980446" y="174161"/>
                    <a:pt x="971958" y="174161"/>
                    <a:pt x="959225" y="169913"/>
                  </a:cubicBezTo>
                  <a:cubicBezTo>
                    <a:pt x="942247" y="169913"/>
                    <a:pt x="933758" y="169913"/>
                    <a:pt x="925270" y="169913"/>
                  </a:cubicBezTo>
                  <a:cubicBezTo>
                    <a:pt x="916781" y="293100"/>
                    <a:pt x="916781" y="293100"/>
                    <a:pt x="916781" y="293100"/>
                  </a:cubicBezTo>
                  <a:cubicBezTo>
                    <a:pt x="916781" y="293100"/>
                    <a:pt x="916781" y="293100"/>
                    <a:pt x="916781" y="293100"/>
                  </a:cubicBezTo>
                  <a:cubicBezTo>
                    <a:pt x="925270" y="293100"/>
                    <a:pt x="933758" y="293100"/>
                    <a:pt x="946491" y="293100"/>
                  </a:cubicBezTo>
                  <a:cubicBezTo>
                    <a:pt x="946491" y="254870"/>
                    <a:pt x="946491" y="254870"/>
                    <a:pt x="946491" y="254870"/>
                  </a:cubicBezTo>
                  <a:cubicBezTo>
                    <a:pt x="946491" y="254870"/>
                    <a:pt x="950736" y="254870"/>
                    <a:pt x="954980" y="254870"/>
                  </a:cubicBezTo>
                  <a:cubicBezTo>
                    <a:pt x="967713" y="254870"/>
                    <a:pt x="976202" y="250622"/>
                    <a:pt x="984691" y="242126"/>
                  </a:cubicBezTo>
                  <a:moveTo>
                    <a:pt x="1073822" y="212392"/>
                  </a:moveTo>
                  <a:cubicBezTo>
                    <a:pt x="1078067" y="186905"/>
                    <a:pt x="1078067" y="186905"/>
                    <a:pt x="1078067" y="186905"/>
                  </a:cubicBezTo>
                  <a:cubicBezTo>
                    <a:pt x="1073822" y="186905"/>
                    <a:pt x="1069578" y="186905"/>
                    <a:pt x="1061089" y="182657"/>
                  </a:cubicBezTo>
                  <a:cubicBezTo>
                    <a:pt x="1035623" y="178409"/>
                    <a:pt x="1035623" y="178409"/>
                    <a:pt x="1035623" y="178409"/>
                  </a:cubicBezTo>
                  <a:cubicBezTo>
                    <a:pt x="1031379" y="178409"/>
                    <a:pt x="1022890" y="178409"/>
                    <a:pt x="1018646" y="178409"/>
                  </a:cubicBezTo>
                  <a:cubicBezTo>
                    <a:pt x="997424" y="297348"/>
                    <a:pt x="997424" y="297348"/>
                    <a:pt x="997424" y="297348"/>
                  </a:cubicBezTo>
                  <a:cubicBezTo>
                    <a:pt x="1018646" y="301596"/>
                    <a:pt x="1039867" y="305844"/>
                    <a:pt x="1061089" y="310092"/>
                  </a:cubicBezTo>
                  <a:cubicBezTo>
                    <a:pt x="1065333" y="284605"/>
                    <a:pt x="1065333" y="284605"/>
                    <a:pt x="1065333" y="284605"/>
                  </a:cubicBezTo>
                  <a:cubicBezTo>
                    <a:pt x="1027134" y="276109"/>
                    <a:pt x="1027134" y="276109"/>
                    <a:pt x="1027134" y="276109"/>
                  </a:cubicBezTo>
                  <a:cubicBezTo>
                    <a:pt x="1031379" y="254870"/>
                    <a:pt x="1031379" y="254870"/>
                    <a:pt x="1031379" y="254870"/>
                  </a:cubicBezTo>
                  <a:cubicBezTo>
                    <a:pt x="1065333" y="259118"/>
                    <a:pt x="1065333" y="259118"/>
                    <a:pt x="1065333" y="259118"/>
                  </a:cubicBezTo>
                  <a:cubicBezTo>
                    <a:pt x="1069578" y="233631"/>
                    <a:pt x="1069578" y="233631"/>
                    <a:pt x="1069578" y="233631"/>
                  </a:cubicBezTo>
                  <a:cubicBezTo>
                    <a:pt x="1035623" y="229383"/>
                    <a:pt x="1035623" y="229383"/>
                    <a:pt x="1035623" y="229383"/>
                  </a:cubicBezTo>
                  <a:cubicBezTo>
                    <a:pt x="1039867" y="208144"/>
                    <a:pt x="1039867" y="208144"/>
                    <a:pt x="1039867" y="208144"/>
                  </a:cubicBezTo>
                  <a:lnTo>
                    <a:pt x="1073822" y="212392"/>
                  </a:lnTo>
                  <a:close/>
                  <a:moveTo>
                    <a:pt x="1095044" y="318587"/>
                  </a:moveTo>
                  <a:cubicBezTo>
                    <a:pt x="1128999" y="199648"/>
                    <a:pt x="1128999" y="199648"/>
                    <a:pt x="1128999" y="199648"/>
                  </a:cubicBezTo>
                  <a:cubicBezTo>
                    <a:pt x="1120510" y="199648"/>
                    <a:pt x="1112021" y="195400"/>
                    <a:pt x="1103533" y="195400"/>
                  </a:cubicBezTo>
                  <a:cubicBezTo>
                    <a:pt x="1069578" y="314339"/>
                    <a:pt x="1069578" y="314339"/>
                    <a:pt x="1069578" y="314339"/>
                  </a:cubicBezTo>
                  <a:cubicBezTo>
                    <a:pt x="1078067" y="314339"/>
                    <a:pt x="1086555" y="318587"/>
                    <a:pt x="1095044" y="318587"/>
                  </a:cubicBezTo>
                  <a:moveTo>
                    <a:pt x="1167198" y="293100"/>
                  </a:moveTo>
                  <a:cubicBezTo>
                    <a:pt x="1222375" y="237879"/>
                    <a:pt x="1222375" y="237879"/>
                    <a:pt x="1222375" y="237879"/>
                  </a:cubicBezTo>
                  <a:cubicBezTo>
                    <a:pt x="1213886" y="233631"/>
                    <a:pt x="1205397" y="229383"/>
                    <a:pt x="1196909" y="225135"/>
                  </a:cubicBezTo>
                  <a:cubicBezTo>
                    <a:pt x="1179931" y="246374"/>
                    <a:pt x="1179931" y="246374"/>
                    <a:pt x="1179931" y="246374"/>
                  </a:cubicBezTo>
                  <a:cubicBezTo>
                    <a:pt x="1171442" y="254870"/>
                    <a:pt x="1167198" y="259118"/>
                    <a:pt x="1162954" y="267613"/>
                  </a:cubicBezTo>
                  <a:cubicBezTo>
                    <a:pt x="1162954" y="267613"/>
                    <a:pt x="1162954" y="267613"/>
                    <a:pt x="1162954" y="267613"/>
                  </a:cubicBezTo>
                  <a:cubicBezTo>
                    <a:pt x="1162954" y="259118"/>
                    <a:pt x="1167198" y="250622"/>
                    <a:pt x="1167198" y="242126"/>
                  </a:cubicBezTo>
                  <a:cubicBezTo>
                    <a:pt x="1167198" y="212392"/>
                    <a:pt x="1167198" y="212392"/>
                    <a:pt x="1167198" y="212392"/>
                  </a:cubicBezTo>
                  <a:cubicBezTo>
                    <a:pt x="1162954" y="212392"/>
                    <a:pt x="1162954" y="212392"/>
                    <a:pt x="1162954" y="212392"/>
                  </a:cubicBezTo>
                  <a:cubicBezTo>
                    <a:pt x="1154465" y="208144"/>
                    <a:pt x="1145976" y="208144"/>
                    <a:pt x="1141732" y="203896"/>
                  </a:cubicBezTo>
                  <a:cubicBezTo>
                    <a:pt x="1141732" y="284605"/>
                    <a:pt x="1141732" y="284605"/>
                    <a:pt x="1141732" y="284605"/>
                  </a:cubicBezTo>
                  <a:cubicBezTo>
                    <a:pt x="1124754" y="327083"/>
                    <a:pt x="1124754" y="327083"/>
                    <a:pt x="1124754" y="327083"/>
                  </a:cubicBezTo>
                  <a:cubicBezTo>
                    <a:pt x="1133243" y="331331"/>
                    <a:pt x="1141732" y="335579"/>
                    <a:pt x="1150221" y="339826"/>
                  </a:cubicBezTo>
                  <a:lnTo>
                    <a:pt x="1167198" y="293100"/>
                  </a:lnTo>
                  <a:close/>
                  <a:moveTo>
                    <a:pt x="1252085" y="276109"/>
                  </a:moveTo>
                  <a:cubicBezTo>
                    <a:pt x="1247841" y="284605"/>
                    <a:pt x="1247841" y="293100"/>
                    <a:pt x="1243596" y="301596"/>
                  </a:cubicBezTo>
                  <a:cubicBezTo>
                    <a:pt x="1239352" y="322835"/>
                    <a:pt x="1239352" y="322835"/>
                    <a:pt x="1239352" y="322835"/>
                  </a:cubicBezTo>
                  <a:cubicBezTo>
                    <a:pt x="1222375" y="314339"/>
                    <a:pt x="1222375" y="314339"/>
                    <a:pt x="1222375" y="314339"/>
                  </a:cubicBezTo>
                  <a:cubicBezTo>
                    <a:pt x="1235108" y="297348"/>
                    <a:pt x="1235108" y="297348"/>
                    <a:pt x="1235108" y="297348"/>
                  </a:cubicBezTo>
                  <a:cubicBezTo>
                    <a:pt x="1239352" y="288853"/>
                    <a:pt x="1247841" y="280357"/>
                    <a:pt x="1252085" y="276109"/>
                  </a:cubicBezTo>
                  <a:close/>
                  <a:moveTo>
                    <a:pt x="1247841" y="386553"/>
                  </a:moveTo>
                  <a:cubicBezTo>
                    <a:pt x="1277551" y="263366"/>
                    <a:pt x="1277551" y="263366"/>
                    <a:pt x="1277551" y="263366"/>
                  </a:cubicBezTo>
                  <a:cubicBezTo>
                    <a:pt x="1269063" y="259118"/>
                    <a:pt x="1256330" y="254870"/>
                    <a:pt x="1247841" y="246374"/>
                  </a:cubicBezTo>
                  <a:cubicBezTo>
                    <a:pt x="1167198" y="344074"/>
                    <a:pt x="1167198" y="344074"/>
                    <a:pt x="1167198" y="344074"/>
                  </a:cubicBezTo>
                  <a:cubicBezTo>
                    <a:pt x="1175687" y="348322"/>
                    <a:pt x="1184175" y="352570"/>
                    <a:pt x="1192664" y="356818"/>
                  </a:cubicBezTo>
                  <a:cubicBezTo>
                    <a:pt x="1209642" y="335579"/>
                    <a:pt x="1209642" y="335579"/>
                    <a:pt x="1209642" y="335579"/>
                  </a:cubicBezTo>
                  <a:cubicBezTo>
                    <a:pt x="1230863" y="344074"/>
                    <a:pt x="1230863" y="344074"/>
                    <a:pt x="1230863" y="344074"/>
                  </a:cubicBezTo>
                  <a:cubicBezTo>
                    <a:pt x="1222375" y="373809"/>
                    <a:pt x="1222375" y="373809"/>
                    <a:pt x="1222375" y="373809"/>
                  </a:cubicBezTo>
                  <a:cubicBezTo>
                    <a:pt x="1230863" y="378057"/>
                    <a:pt x="1239352" y="382305"/>
                    <a:pt x="1247841" y="386553"/>
                  </a:cubicBezTo>
                  <a:moveTo>
                    <a:pt x="1319995" y="441774"/>
                  </a:moveTo>
                  <a:cubicBezTo>
                    <a:pt x="1392149" y="344074"/>
                    <a:pt x="1392149" y="344074"/>
                    <a:pt x="1392149" y="344074"/>
                  </a:cubicBezTo>
                  <a:cubicBezTo>
                    <a:pt x="1383660" y="335579"/>
                    <a:pt x="1379416" y="331331"/>
                    <a:pt x="1370927" y="327083"/>
                  </a:cubicBezTo>
                  <a:cubicBezTo>
                    <a:pt x="1353950" y="348322"/>
                    <a:pt x="1353950" y="348322"/>
                    <a:pt x="1353950" y="348322"/>
                  </a:cubicBezTo>
                  <a:cubicBezTo>
                    <a:pt x="1345461" y="365313"/>
                    <a:pt x="1336972" y="378057"/>
                    <a:pt x="1328484" y="395048"/>
                  </a:cubicBezTo>
                  <a:cubicBezTo>
                    <a:pt x="1328484" y="395048"/>
                    <a:pt x="1328484" y="395048"/>
                    <a:pt x="1328484" y="395048"/>
                  </a:cubicBezTo>
                  <a:cubicBezTo>
                    <a:pt x="1332728" y="378057"/>
                    <a:pt x="1336972" y="361066"/>
                    <a:pt x="1341217" y="348322"/>
                  </a:cubicBezTo>
                  <a:cubicBezTo>
                    <a:pt x="1349705" y="310092"/>
                    <a:pt x="1349705" y="310092"/>
                    <a:pt x="1349705" y="310092"/>
                  </a:cubicBezTo>
                  <a:cubicBezTo>
                    <a:pt x="1341217" y="301596"/>
                    <a:pt x="1332728" y="297348"/>
                    <a:pt x="1324239" y="293100"/>
                  </a:cubicBezTo>
                  <a:cubicBezTo>
                    <a:pt x="1252085" y="390800"/>
                    <a:pt x="1252085" y="390800"/>
                    <a:pt x="1252085" y="390800"/>
                  </a:cubicBezTo>
                  <a:cubicBezTo>
                    <a:pt x="1260574" y="395048"/>
                    <a:pt x="1264818" y="399296"/>
                    <a:pt x="1273307" y="403544"/>
                  </a:cubicBezTo>
                  <a:cubicBezTo>
                    <a:pt x="1290284" y="382305"/>
                    <a:pt x="1290284" y="382305"/>
                    <a:pt x="1290284" y="382305"/>
                  </a:cubicBezTo>
                  <a:cubicBezTo>
                    <a:pt x="1303017" y="365313"/>
                    <a:pt x="1311506" y="348322"/>
                    <a:pt x="1319995" y="335579"/>
                  </a:cubicBezTo>
                  <a:cubicBezTo>
                    <a:pt x="1319995" y="335579"/>
                    <a:pt x="1319995" y="335579"/>
                    <a:pt x="1319995" y="335579"/>
                  </a:cubicBezTo>
                  <a:cubicBezTo>
                    <a:pt x="1315751" y="348322"/>
                    <a:pt x="1311506" y="369561"/>
                    <a:pt x="1307262" y="382305"/>
                  </a:cubicBezTo>
                  <a:cubicBezTo>
                    <a:pt x="1298773" y="424783"/>
                    <a:pt x="1298773" y="424783"/>
                    <a:pt x="1298773" y="424783"/>
                  </a:cubicBezTo>
                  <a:cubicBezTo>
                    <a:pt x="1307262" y="429031"/>
                    <a:pt x="1311506" y="433279"/>
                    <a:pt x="1319995" y="441774"/>
                  </a:cubicBezTo>
                  <a:moveTo>
                    <a:pt x="1447326" y="437527"/>
                  </a:moveTo>
                  <a:cubicBezTo>
                    <a:pt x="1468547" y="424783"/>
                    <a:pt x="1468547" y="424783"/>
                    <a:pt x="1468547" y="424783"/>
                  </a:cubicBezTo>
                  <a:cubicBezTo>
                    <a:pt x="1468547" y="416287"/>
                    <a:pt x="1460059" y="407792"/>
                    <a:pt x="1451570" y="399296"/>
                  </a:cubicBezTo>
                  <a:cubicBezTo>
                    <a:pt x="1430348" y="378057"/>
                    <a:pt x="1396393" y="373809"/>
                    <a:pt x="1366683" y="403544"/>
                  </a:cubicBezTo>
                  <a:cubicBezTo>
                    <a:pt x="1353950" y="416287"/>
                    <a:pt x="1349705" y="429031"/>
                    <a:pt x="1349705" y="441774"/>
                  </a:cubicBezTo>
                  <a:cubicBezTo>
                    <a:pt x="1345461" y="458766"/>
                    <a:pt x="1349705" y="471509"/>
                    <a:pt x="1366683" y="484253"/>
                  </a:cubicBezTo>
                  <a:cubicBezTo>
                    <a:pt x="1375172" y="492748"/>
                    <a:pt x="1387905" y="501244"/>
                    <a:pt x="1396393" y="501244"/>
                  </a:cubicBezTo>
                  <a:cubicBezTo>
                    <a:pt x="1438837" y="458766"/>
                    <a:pt x="1438837" y="458766"/>
                    <a:pt x="1438837" y="458766"/>
                  </a:cubicBezTo>
                  <a:cubicBezTo>
                    <a:pt x="1413371" y="429031"/>
                    <a:pt x="1413371" y="429031"/>
                    <a:pt x="1413371" y="429031"/>
                  </a:cubicBezTo>
                  <a:cubicBezTo>
                    <a:pt x="1396393" y="446022"/>
                    <a:pt x="1396393" y="446022"/>
                    <a:pt x="1396393" y="446022"/>
                  </a:cubicBezTo>
                  <a:cubicBezTo>
                    <a:pt x="1404882" y="458766"/>
                    <a:pt x="1404882" y="458766"/>
                    <a:pt x="1404882" y="458766"/>
                  </a:cubicBezTo>
                  <a:cubicBezTo>
                    <a:pt x="1387905" y="471509"/>
                    <a:pt x="1387905" y="471509"/>
                    <a:pt x="1387905" y="471509"/>
                  </a:cubicBezTo>
                  <a:cubicBezTo>
                    <a:pt x="1387905" y="471509"/>
                    <a:pt x="1383660" y="471509"/>
                    <a:pt x="1383660" y="467261"/>
                  </a:cubicBezTo>
                  <a:cubicBezTo>
                    <a:pt x="1370927" y="454518"/>
                    <a:pt x="1370927" y="437527"/>
                    <a:pt x="1387905" y="420535"/>
                  </a:cubicBezTo>
                  <a:cubicBezTo>
                    <a:pt x="1404882" y="403544"/>
                    <a:pt x="1421859" y="403544"/>
                    <a:pt x="1434592" y="416287"/>
                  </a:cubicBezTo>
                  <a:cubicBezTo>
                    <a:pt x="1443081" y="424783"/>
                    <a:pt x="1447326" y="433279"/>
                    <a:pt x="1447326" y="437527"/>
                  </a:cubicBezTo>
                  <a:moveTo>
                    <a:pt x="1506747" y="581953"/>
                  </a:moveTo>
                  <a:cubicBezTo>
                    <a:pt x="1561923" y="543722"/>
                    <a:pt x="1561923" y="543722"/>
                    <a:pt x="1561923" y="543722"/>
                  </a:cubicBezTo>
                  <a:cubicBezTo>
                    <a:pt x="1557679" y="535227"/>
                    <a:pt x="1553434" y="526731"/>
                    <a:pt x="1549190" y="522483"/>
                  </a:cubicBezTo>
                  <a:cubicBezTo>
                    <a:pt x="1549190" y="522483"/>
                    <a:pt x="1549190" y="522483"/>
                    <a:pt x="1549190" y="522483"/>
                  </a:cubicBezTo>
                  <a:cubicBezTo>
                    <a:pt x="1489769" y="560714"/>
                    <a:pt x="1489769" y="560714"/>
                    <a:pt x="1489769" y="560714"/>
                  </a:cubicBezTo>
                  <a:cubicBezTo>
                    <a:pt x="1472792" y="569209"/>
                    <a:pt x="1464303" y="573457"/>
                    <a:pt x="1455814" y="564962"/>
                  </a:cubicBezTo>
                  <a:cubicBezTo>
                    <a:pt x="1451570" y="556466"/>
                    <a:pt x="1460059" y="543722"/>
                    <a:pt x="1472792" y="535227"/>
                  </a:cubicBezTo>
                  <a:cubicBezTo>
                    <a:pt x="1532213" y="492748"/>
                    <a:pt x="1532213" y="492748"/>
                    <a:pt x="1532213" y="492748"/>
                  </a:cubicBezTo>
                  <a:cubicBezTo>
                    <a:pt x="1527968" y="488501"/>
                    <a:pt x="1519480" y="480005"/>
                    <a:pt x="1515235" y="471509"/>
                  </a:cubicBezTo>
                  <a:cubicBezTo>
                    <a:pt x="1464303" y="509740"/>
                    <a:pt x="1464303" y="509740"/>
                    <a:pt x="1464303" y="509740"/>
                  </a:cubicBezTo>
                  <a:cubicBezTo>
                    <a:pt x="1430348" y="530979"/>
                    <a:pt x="1421859" y="552218"/>
                    <a:pt x="1438837" y="577705"/>
                  </a:cubicBezTo>
                  <a:cubicBezTo>
                    <a:pt x="1451570" y="598944"/>
                    <a:pt x="1477036" y="603192"/>
                    <a:pt x="1506747" y="581953"/>
                  </a:cubicBezTo>
                  <a:moveTo>
                    <a:pt x="1502502" y="696644"/>
                  </a:moveTo>
                  <a:cubicBezTo>
                    <a:pt x="1612855" y="645670"/>
                    <a:pt x="1612855" y="645670"/>
                    <a:pt x="1612855" y="645670"/>
                  </a:cubicBezTo>
                  <a:cubicBezTo>
                    <a:pt x="1608611" y="637175"/>
                    <a:pt x="1604367" y="628679"/>
                    <a:pt x="1600122" y="620183"/>
                  </a:cubicBezTo>
                  <a:cubicBezTo>
                    <a:pt x="1574656" y="632927"/>
                    <a:pt x="1574656" y="632927"/>
                    <a:pt x="1574656" y="632927"/>
                  </a:cubicBezTo>
                  <a:cubicBezTo>
                    <a:pt x="1557679" y="641422"/>
                    <a:pt x="1544946" y="649918"/>
                    <a:pt x="1527968" y="658414"/>
                  </a:cubicBezTo>
                  <a:cubicBezTo>
                    <a:pt x="1527968" y="658414"/>
                    <a:pt x="1527968" y="658414"/>
                    <a:pt x="1527968" y="658414"/>
                  </a:cubicBezTo>
                  <a:cubicBezTo>
                    <a:pt x="1540701" y="645670"/>
                    <a:pt x="1553434" y="637175"/>
                    <a:pt x="1561923" y="624431"/>
                  </a:cubicBezTo>
                  <a:cubicBezTo>
                    <a:pt x="1587389" y="594696"/>
                    <a:pt x="1587389" y="594696"/>
                    <a:pt x="1587389" y="594696"/>
                  </a:cubicBezTo>
                  <a:cubicBezTo>
                    <a:pt x="1583145" y="586201"/>
                    <a:pt x="1578901" y="573457"/>
                    <a:pt x="1574656" y="564962"/>
                  </a:cubicBezTo>
                  <a:cubicBezTo>
                    <a:pt x="1464303" y="620183"/>
                    <a:pt x="1464303" y="620183"/>
                    <a:pt x="1464303" y="620183"/>
                  </a:cubicBezTo>
                  <a:cubicBezTo>
                    <a:pt x="1468547" y="624431"/>
                    <a:pt x="1472792" y="632927"/>
                    <a:pt x="1477036" y="641422"/>
                  </a:cubicBezTo>
                  <a:cubicBezTo>
                    <a:pt x="1502502" y="628679"/>
                    <a:pt x="1502502" y="628679"/>
                    <a:pt x="1502502" y="628679"/>
                  </a:cubicBezTo>
                  <a:cubicBezTo>
                    <a:pt x="1519480" y="620183"/>
                    <a:pt x="1536457" y="611688"/>
                    <a:pt x="1553434" y="603192"/>
                  </a:cubicBezTo>
                  <a:cubicBezTo>
                    <a:pt x="1553434" y="603192"/>
                    <a:pt x="1553434" y="603192"/>
                    <a:pt x="1553434" y="603192"/>
                  </a:cubicBezTo>
                  <a:cubicBezTo>
                    <a:pt x="1540701" y="615936"/>
                    <a:pt x="1527968" y="628679"/>
                    <a:pt x="1519480" y="637175"/>
                  </a:cubicBezTo>
                  <a:cubicBezTo>
                    <a:pt x="1489769" y="671157"/>
                    <a:pt x="1489769" y="671157"/>
                    <a:pt x="1489769" y="671157"/>
                  </a:cubicBezTo>
                  <a:cubicBezTo>
                    <a:pt x="1494013" y="679653"/>
                    <a:pt x="1498258" y="688149"/>
                    <a:pt x="1502502" y="696644"/>
                  </a:cubicBezTo>
                  <a:moveTo>
                    <a:pt x="1515235" y="730627"/>
                  </a:moveTo>
                  <a:cubicBezTo>
                    <a:pt x="1629833" y="692396"/>
                    <a:pt x="1629833" y="692396"/>
                    <a:pt x="1629833" y="692396"/>
                  </a:cubicBezTo>
                  <a:cubicBezTo>
                    <a:pt x="1625589" y="683901"/>
                    <a:pt x="1621344" y="675405"/>
                    <a:pt x="1621344" y="666909"/>
                  </a:cubicBezTo>
                  <a:cubicBezTo>
                    <a:pt x="1506747" y="705140"/>
                    <a:pt x="1506747" y="705140"/>
                    <a:pt x="1506747" y="705140"/>
                  </a:cubicBezTo>
                  <a:cubicBezTo>
                    <a:pt x="1506747" y="713636"/>
                    <a:pt x="1510991" y="722131"/>
                    <a:pt x="1515235" y="730627"/>
                  </a:cubicBezTo>
                  <a:moveTo>
                    <a:pt x="1532213" y="794344"/>
                  </a:moveTo>
                  <a:cubicBezTo>
                    <a:pt x="1655299" y="794344"/>
                    <a:pt x="1655299" y="794344"/>
                    <a:pt x="1655299" y="794344"/>
                  </a:cubicBezTo>
                  <a:cubicBezTo>
                    <a:pt x="1651055" y="785849"/>
                    <a:pt x="1651055" y="777353"/>
                    <a:pt x="1651055" y="768857"/>
                  </a:cubicBezTo>
                  <a:cubicBezTo>
                    <a:pt x="1600122" y="768857"/>
                    <a:pt x="1600122" y="768857"/>
                    <a:pt x="1600122" y="768857"/>
                  </a:cubicBezTo>
                  <a:cubicBezTo>
                    <a:pt x="1587389" y="768857"/>
                    <a:pt x="1570412" y="768857"/>
                    <a:pt x="1557679" y="773105"/>
                  </a:cubicBezTo>
                  <a:cubicBezTo>
                    <a:pt x="1557679" y="773105"/>
                    <a:pt x="1557679" y="773105"/>
                    <a:pt x="1557679" y="773105"/>
                  </a:cubicBezTo>
                  <a:cubicBezTo>
                    <a:pt x="1570412" y="764610"/>
                    <a:pt x="1583145" y="760362"/>
                    <a:pt x="1595878" y="751866"/>
                  </a:cubicBezTo>
                  <a:cubicBezTo>
                    <a:pt x="1638322" y="730627"/>
                    <a:pt x="1638322" y="730627"/>
                    <a:pt x="1638322" y="730627"/>
                  </a:cubicBezTo>
                  <a:cubicBezTo>
                    <a:pt x="1638322" y="730627"/>
                    <a:pt x="1638322" y="730627"/>
                    <a:pt x="1638322" y="730627"/>
                  </a:cubicBezTo>
                  <a:cubicBezTo>
                    <a:pt x="1638322" y="722131"/>
                    <a:pt x="1634077" y="713636"/>
                    <a:pt x="1634077" y="705140"/>
                  </a:cubicBezTo>
                  <a:cubicBezTo>
                    <a:pt x="1523724" y="764610"/>
                    <a:pt x="1523724" y="764610"/>
                    <a:pt x="1523724" y="764610"/>
                  </a:cubicBezTo>
                  <a:cubicBezTo>
                    <a:pt x="1527968" y="773105"/>
                    <a:pt x="1527968" y="781601"/>
                    <a:pt x="1532213" y="794344"/>
                  </a:cubicBezTo>
                  <a:moveTo>
                    <a:pt x="1638322" y="879301"/>
                  </a:moveTo>
                  <a:cubicBezTo>
                    <a:pt x="1663788" y="875053"/>
                    <a:pt x="1663788" y="875053"/>
                    <a:pt x="1663788" y="875053"/>
                  </a:cubicBezTo>
                  <a:cubicBezTo>
                    <a:pt x="1663788" y="870805"/>
                    <a:pt x="1663788" y="862310"/>
                    <a:pt x="1663788" y="853814"/>
                  </a:cubicBezTo>
                  <a:cubicBezTo>
                    <a:pt x="1659543" y="832575"/>
                    <a:pt x="1659543" y="832575"/>
                    <a:pt x="1659543" y="832575"/>
                  </a:cubicBezTo>
                  <a:cubicBezTo>
                    <a:pt x="1659543" y="824079"/>
                    <a:pt x="1659543" y="819831"/>
                    <a:pt x="1655299" y="811336"/>
                  </a:cubicBezTo>
                  <a:cubicBezTo>
                    <a:pt x="1536457" y="828327"/>
                    <a:pt x="1536457" y="828327"/>
                    <a:pt x="1536457" y="828327"/>
                  </a:cubicBezTo>
                  <a:cubicBezTo>
                    <a:pt x="1540701" y="849566"/>
                    <a:pt x="1540701" y="870805"/>
                    <a:pt x="1544946" y="892045"/>
                  </a:cubicBezTo>
                  <a:cubicBezTo>
                    <a:pt x="1570412" y="887797"/>
                    <a:pt x="1570412" y="887797"/>
                    <a:pt x="1570412" y="887797"/>
                  </a:cubicBezTo>
                  <a:cubicBezTo>
                    <a:pt x="1566168" y="849566"/>
                    <a:pt x="1566168" y="849566"/>
                    <a:pt x="1566168" y="849566"/>
                  </a:cubicBezTo>
                  <a:cubicBezTo>
                    <a:pt x="1587389" y="845318"/>
                    <a:pt x="1587389" y="845318"/>
                    <a:pt x="1587389" y="845318"/>
                  </a:cubicBezTo>
                  <a:cubicBezTo>
                    <a:pt x="1591634" y="883549"/>
                    <a:pt x="1591634" y="883549"/>
                    <a:pt x="1591634" y="883549"/>
                  </a:cubicBezTo>
                  <a:cubicBezTo>
                    <a:pt x="1617100" y="879301"/>
                    <a:pt x="1617100" y="879301"/>
                    <a:pt x="1617100" y="879301"/>
                  </a:cubicBezTo>
                  <a:cubicBezTo>
                    <a:pt x="1612855" y="845318"/>
                    <a:pt x="1612855" y="845318"/>
                    <a:pt x="1612855" y="845318"/>
                  </a:cubicBezTo>
                  <a:cubicBezTo>
                    <a:pt x="1634077" y="841071"/>
                    <a:pt x="1634077" y="841071"/>
                    <a:pt x="1634077" y="841071"/>
                  </a:cubicBezTo>
                  <a:lnTo>
                    <a:pt x="1638322" y="879301"/>
                  </a:lnTo>
                  <a:close/>
                  <a:moveTo>
                    <a:pt x="1642566" y="938771"/>
                  </a:moveTo>
                  <a:cubicBezTo>
                    <a:pt x="1642566" y="947266"/>
                    <a:pt x="1638322" y="955762"/>
                    <a:pt x="1629833" y="955762"/>
                  </a:cubicBezTo>
                  <a:cubicBezTo>
                    <a:pt x="1617100" y="951514"/>
                    <a:pt x="1612855" y="947266"/>
                    <a:pt x="1612855" y="938771"/>
                  </a:cubicBezTo>
                  <a:cubicBezTo>
                    <a:pt x="1612855" y="930275"/>
                    <a:pt x="1612855" y="930275"/>
                    <a:pt x="1612855" y="930275"/>
                  </a:cubicBezTo>
                  <a:cubicBezTo>
                    <a:pt x="1642566" y="930275"/>
                    <a:pt x="1642566" y="930275"/>
                    <a:pt x="1642566" y="930275"/>
                  </a:cubicBezTo>
                  <a:cubicBezTo>
                    <a:pt x="1642566" y="934523"/>
                    <a:pt x="1642566" y="934523"/>
                    <a:pt x="1642566" y="938771"/>
                  </a:cubicBezTo>
                  <a:moveTo>
                    <a:pt x="1655299" y="972753"/>
                  </a:moveTo>
                  <a:cubicBezTo>
                    <a:pt x="1659543" y="964258"/>
                    <a:pt x="1663788" y="964258"/>
                    <a:pt x="1663788" y="951514"/>
                  </a:cubicBezTo>
                  <a:cubicBezTo>
                    <a:pt x="1663788" y="943018"/>
                    <a:pt x="1663788" y="943018"/>
                    <a:pt x="1663788" y="938771"/>
                  </a:cubicBezTo>
                  <a:cubicBezTo>
                    <a:pt x="1663788" y="930275"/>
                    <a:pt x="1663788" y="921779"/>
                    <a:pt x="1663788" y="913284"/>
                  </a:cubicBezTo>
                  <a:cubicBezTo>
                    <a:pt x="1663788" y="909036"/>
                    <a:pt x="1663788" y="909036"/>
                    <a:pt x="1663788" y="904788"/>
                  </a:cubicBezTo>
                  <a:cubicBezTo>
                    <a:pt x="1544946" y="904788"/>
                    <a:pt x="1544946" y="904788"/>
                    <a:pt x="1544946" y="904788"/>
                  </a:cubicBezTo>
                  <a:cubicBezTo>
                    <a:pt x="1544946" y="913284"/>
                    <a:pt x="1544946" y="921779"/>
                    <a:pt x="1544946" y="930275"/>
                  </a:cubicBezTo>
                  <a:cubicBezTo>
                    <a:pt x="1587389" y="930275"/>
                    <a:pt x="1587389" y="930275"/>
                    <a:pt x="1587389" y="930275"/>
                  </a:cubicBezTo>
                  <a:cubicBezTo>
                    <a:pt x="1587389" y="934523"/>
                    <a:pt x="1587389" y="934523"/>
                    <a:pt x="1587389" y="934523"/>
                  </a:cubicBezTo>
                  <a:cubicBezTo>
                    <a:pt x="1587389" y="943018"/>
                    <a:pt x="1587389" y="947266"/>
                    <a:pt x="1570412" y="947266"/>
                  </a:cubicBezTo>
                  <a:cubicBezTo>
                    <a:pt x="1557679" y="951514"/>
                    <a:pt x="1549190" y="951514"/>
                    <a:pt x="1544946" y="955762"/>
                  </a:cubicBezTo>
                  <a:cubicBezTo>
                    <a:pt x="1544946" y="964258"/>
                    <a:pt x="1544946" y="972753"/>
                    <a:pt x="1540701" y="981249"/>
                  </a:cubicBezTo>
                  <a:cubicBezTo>
                    <a:pt x="1549190" y="981249"/>
                    <a:pt x="1566168" y="977001"/>
                    <a:pt x="1578901" y="977001"/>
                  </a:cubicBezTo>
                  <a:cubicBezTo>
                    <a:pt x="1587389" y="972753"/>
                    <a:pt x="1595878" y="968505"/>
                    <a:pt x="1600122" y="964258"/>
                  </a:cubicBezTo>
                  <a:cubicBezTo>
                    <a:pt x="1600122" y="964258"/>
                    <a:pt x="1600122" y="964258"/>
                    <a:pt x="1600122" y="964258"/>
                  </a:cubicBezTo>
                  <a:cubicBezTo>
                    <a:pt x="1604367" y="968505"/>
                    <a:pt x="1612855" y="981249"/>
                    <a:pt x="1629833" y="981249"/>
                  </a:cubicBezTo>
                  <a:cubicBezTo>
                    <a:pt x="1642566" y="981249"/>
                    <a:pt x="1651055" y="977001"/>
                    <a:pt x="1655299" y="972753"/>
                  </a:cubicBezTo>
                  <a:moveTo>
                    <a:pt x="1646810" y="1070453"/>
                  </a:moveTo>
                  <a:cubicBezTo>
                    <a:pt x="1651055" y="1061958"/>
                    <a:pt x="1655299" y="1053462"/>
                    <a:pt x="1655299" y="1044966"/>
                  </a:cubicBezTo>
                  <a:cubicBezTo>
                    <a:pt x="1659543" y="1019479"/>
                    <a:pt x="1646810" y="1002488"/>
                    <a:pt x="1625589" y="1002488"/>
                  </a:cubicBezTo>
                  <a:cubicBezTo>
                    <a:pt x="1608611" y="998240"/>
                    <a:pt x="1595878" y="1006736"/>
                    <a:pt x="1587389" y="1023727"/>
                  </a:cubicBezTo>
                  <a:cubicBezTo>
                    <a:pt x="1583145" y="1032223"/>
                    <a:pt x="1578901" y="1036471"/>
                    <a:pt x="1570412" y="1036471"/>
                  </a:cubicBezTo>
                  <a:cubicBezTo>
                    <a:pt x="1566168" y="1036471"/>
                    <a:pt x="1561923" y="1027975"/>
                    <a:pt x="1566168" y="1019479"/>
                  </a:cubicBezTo>
                  <a:cubicBezTo>
                    <a:pt x="1566168" y="1010984"/>
                    <a:pt x="1570412" y="1002488"/>
                    <a:pt x="1574656" y="998240"/>
                  </a:cubicBezTo>
                  <a:cubicBezTo>
                    <a:pt x="1549190" y="985497"/>
                    <a:pt x="1549190" y="985497"/>
                    <a:pt x="1549190" y="985497"/>
                  </a:cubicBezTo>
                  <a:cubicBezTo>
                    <a:pt x="1544946" y="993992"/>
                    <a:pt x="1540701" y="1002488"/>
                    <a:pt x="1536457" y="1015232"/>
                  </a:cubicBezTo>
                  <a:cubicBezTo>
                    <a:pt x="1532213" y="1044966"/>
                    <a:pt x="1549190" y="1061958"/>
                    <a:pt x="1570412" y="1061958"/>
                  </a:cubicBezTo>
                  <a:cubicBezTo>
                    <a:pt x="1587389" y="1066206"/>
                    <a:pt x="1600122" y="1057710"/>
                    <a:pt x="1608611" y="1044966"/>
                  </a:cubicBezTo>
                  <a:cubicBezTo>
                    <a:pt x="1617100" y="1032223"/>
                    <a:pt x="1621344" y="1027975"/>
                    <a:pt x="1625589" y="1027975"/>
                  </a:cubicBezTo>
                  <a:cubicBezTo>
                    <a:pt x="1629833" y="1027975"/>
                    <a:pt x="1634077" y="1032223"/>
                    <a:pt x="1634077" y="1040719"/>
                  </a:cubicBezTo>
                  <a:cubicBezTo>
                    <a:pt x="1629833" y="1049214"/>
                    <a:pt x="1625589" y="1057710"/>
                    <a:pt x="1625589" y="1061958"/>
                  </a:cubicBezTo>
                  <a:lnTo>
                    <a:pt x="1646810" y="1070453"/>
                  </a:lnTo>
                  <a:close/>
                  <a:moveTo>
                    <a:pt x="1523724" y="1091693"/>
                  </a:moveTo>
                  <a:cubicBezTo>
                    <a:pt x="1642566" y="1121427"/>
                    <a:pt x="1642566" y="1121427"/>
                    <a:pt x="1642566" y="1121427"/>
                  </a:cubicBezTo>
                  <a:cubicBezTo>
                    <a:pt x="1646810" y="1095940"/>
                    <a:pt x="1646810" y="1095940"/>
                    <a:pt x="1646810" y="1095940"/>
                  </a:cubicBezTo>
                  <a:cubicBezTo>
                    <a:pt x="1527968" y="1066206"/>
                    <a:pt x="1527968" y="1066206"/>
                    <a:pt x="1527968" y="1066206"/>
                  </a:cubicBezTo>
                  <a:cubicBezTo>
                    <a:pt x="1527968" y="1074701"/>
                    <a:pt x="1527968" y="1083197"/>
                    <a:pt x="1523724" y="1091693"/>
                  </a:cubicBezTo>
                  <a:moveTo>
                    <a:pt x="1587389" y="1206384"/>
                  </a:moveTo>
                  <a:cubicBezTo>
                    <a:pt x="1608611" y="1214880"/>
                    <a:pt x="1608611" y="1214880"/>
                    <a:pt x="1608611" y="1214880"/>
                  </a:cubicBezTo>
                  <a:cubicBezTo>
                    <a:pt x="1612855" y="1210632"/>
                    <a:pt x="1612855" y="1206384"/>
                    <a:pt x="1617100" y="1202136"/>
                  </a:cubicBezTo>
                  <a:cubicBezTo>
                    <a:pt x="1629833" y="1159658"/>
                    <a:pt x="1629833" y="1159658"/>
                    <a:pt x="1629833" y="1159658"/>
                  </a:cubicBezTo>
                  <a:cubicBezTo>
                    <a:pt x="1634077" y="1151162"/>
                    <a:pt x="1634077" y="1146914"/>
                    <a:pt x="1634077" y="1142667"/>
                  </a:cubicBezTo>
                  <a:cubicBezTo>
                    <a:pt x="1608611" y="1134171"/>
                    <a:pt x="1608611" y="1134171"/>
                    <a:pt x="1608611" y="1134171"/>
                  </a:cubicBezTo>
                  <a:cubicBezTo>
                    <a:pt x="1604367" y="1155410"/>
                    <a:pt x="1604367" y="1155410"/>
                    <a:pt x="1604367" y="1155410"/>
                  </a:cubicBezTo>
                  <a:cubicBezTo>
                    <a:pt x="1515235" y="1125675"/>
                    <a:pt x="1515235" y="1125675"/>
                    <a:pt x="1515235" y="1125675"/>
                  </a:cubicBezTo>
                  <a:cubicBezTo>
                    <a:pt x="1510991" y="1134171"/>
                    <a:pt x="1506747" y="1142667"/>
                    <a:pt x="1506747" y="1151162"/>
                  </a:cubicBezTo>
                  <a:cubicBezTo>
                    <a:pt x="1595878" y="1180897"/>
                    <a:pt x="1595878" y="1180897"/>
                    <a:pt x="1595878" y="1180897"/>
                  </a:cubicBezTo>
                  <a:lnTo>
                    <a:pt x="1587389" y="1206384"/>
                  </a:lnTo>
                  <a:close/>
                  <a:moveTo>
                    <a:pt x="1515235" y="1248862"/>
                  </a:moveTo>
                  <a:cubicBezTo>
                    <a:pt x="1566168" y="1312580"/>
                    <a:pt x="1566168" y="1312580"/>
                    <a:pt x="1566168" y="1312580"/>
                  </a:cubicBezTo>
                  <a:cubicBezTo>
                    <a:pt x="1570412" y="1304084"/>
                    <a:pt x="1574656" y="1295588"/>
                    <a:pt x="1578901" y="1287093"/>
                  </a:cubicBezTo>
                  <a:cubicBezTo>
                    <a:pt x="1578901" y="1282845"/>
                    <a:pt x="1578901" y="1282845"/>
                    <a:pt x="1578901" y="1282845"/>
                  </a:cubicBezTo>
                  <a:cubicBezTo>
                    <a:pt x="1557679" y="1265854"/>
                    <a:pt x="1557679" y="1265854"/>
                    <a:pt x="1557679" y="1265854"/>
                  </a:cubicBezTo>
                  <a:cubicBezTo>
                    <a:pt x="1549190" y="1257358"/>
                    <a:pt x="1544946" y="1253110"/>
                    <a:pt x="1540701" y="1248862"/>
                  </a:cubicBezTo>
                  <a:cubicBezTo>
                    <a:pt x="1540701" y="1248862"/>
                    <a:pt x="1540701" y="1248862"/>
                    <a:pt x="1540701" y="1248862"/>
                  </a:cubicBezTo>
                  <a:cubicBezTo>
                    <a:pt x="1549190" y="1248862"/>
                    <a:pt x="1553434" y="1253110"/>
                    <a:pt x="1561923" y="1253110"/>
                  </a:cubicBezTo>
                  <a:cubicBezTo>
                    <a:pt x="1591634" y="1257358"/>
                    <a:pt x="1591634" y="1257358"/>
                    <a:pt x="1591634" y="1257358"/>
                  </a:cubicBezTo>
                  <a:cubicBezTo>
                    <a:pt x="1595878" y="1253110"/>
                    <a:pt x="1595878" y="1253110"/>
                    <a:pt x="1595878" y="1253110"/>
                  </a:cubicBezTo>
                  <a:cubicBezTo>
                    <a:pt x="1600122" y="1244614"/>
                    <a:pt x="1600122" y="1236119"/>
                    <a:pt x="1604367" y="1231871"/>
                  </a:cubicBezTo>
                  <a:cubicBezTo>
                    <a:pt x="1527968" y="1223375"/>
                    <a:pt x="1527968" y="1223375"/>
                    <a:pt x="1527968" y="1223375"/>
                  </a:cubicBezTo>
                  <a:cubicBezTo>
                    <a:pt x="1485525" y="1202136"/>
                    <a:pt x="1485525" y="1202136"/>
                    <a:pt x="1485525" y="1202136"/>
                  </a:cubicBezTo>
                  <a:cubicBezTo>
                    <a:pt x="1481280" y="1210632"/>
                    <a:pt x="1477036" y="1219128"/>
                    <a:pt x="1472792" y="1227623"/>
                  </a:cubicBezTo>
                  <a:lnTo>
                    <a:pt x="1515235" y="1248862"/>
                  </a:lnTo>
                  <a:close/>
                  <a:moveTo>
                    <a:pt x="1494013" y="1316828"/>
                  </a:moveTo>
                  <a:cubicBezTo>
                    <a:pt x="1515235" y="1329571"/>
                    <a:pt x="1536457" y="1333819"/>
                    <a:pt x="1549190" y="1338067"/>
                  </a:cubicBezTo>
                  <a:cubicBezTo>
                    <a:pt x="1553434" y="1329571"/>
                    <a:pt x="1557679" y="1325323"/>
                    <a:pt x="1557679" y="1321075"/>
                  </a:cubicBezTo>
                  <a:cubicBezTo>
                    <a:pt x="1544946" y="1316828"/>
                    <a:pt x="1523724" y="1312580"/>
                    <a:pt x="1502502" y="1299836"/>
                  </a:cubicBezTo>
                  <a:cubicBezTo>
                    <a:pt x="1481280" y="1282845"/>
                    <a:pt x="1464303" y="1265854"/>
                    <a:pt x="1455814" y="1253110"/>
                  </a:cubicBezTo>
                  <a:cubicBezTo>
                    <a:pt x="1455814" y="1253110"/>
                    <a:pt x="1455814" y="1253110"/>
                    <a:pt x="1455814" y="1253110"/>
                  </a:cubicBezTo>
                  <a:cubicBezTo>
                    <a:pt x="1455814" y="1257358"/>
                    <a:pt x="1451570" y="1261606"/>
                    <a:pt x="1447326" y="1270101"/>
                  </a:cubicBezTo>
                  <a:cubicBezTo>
                    <a:pt x="1455814" y="1282845"/>
                    <a:pt x="1468547" y="1299836"/>
                    <a:pt x="1494013" y="1316828"/>
                  </a:cubicBezTo>
                  <a:moveTo>
                    <a:pt x="1718964" y="930275"/>
                  </a:moveTo>
                  <a:cubicBezTo>
                    <a:pt x="1718964" y="1380545"/>
                    <a:pt x="1362438" y="1741611"/>
                    <a:pt x="921025" y="1741611"/>
                  </a:cubicBezTo>
                  <a:cubicBezTo>
                    <a:pt x="475368" y="1741611"/>
                    <a:pt x="118842" y="1380545"/>
                    <a:pt x="118842" y="930275"/>
                  </a:cubicBezTo>
                  <a:cubicBezTo>
                    <a:pt x="118842" y="480005"/>
                    <a:pt x="475368" y="114691"/>
                    <a:pt x="921025" y="114691"/>
                  </a:cubicBezTo>
                  <a:cubicBezTo>
                    <a:pt x="1362438" y="114691"/>
                    <a:pt x="1718964" y="480005"/>
                    <a:pt x="1718964" y="930275"/>
                  </a:cubicBezTo>
                  <a:moveTo>
                    <a:pt x="1774141" y="815584"/>
                  </a:moveTo>
                  <a:cubicBezTo>
                    <a:pt x="1731697" y="764610"/>
                    <a:pt x="1731697" y="764610"/>
                    <a:pt x="1731697" y="764610"/>
                  </a:cubicBezTo>
                  <a:cubicBezTo>
                    <a:pt x="1752919" y="700892"/>
                    <a:pt x="1752919" y="700892"/>
                    <a:pt x="1752919" y="700892"/>
                  </a:cubicBezTo>
                  <a:cubicBezTo>
                    <a:pt x="1701987" y="658414"/>
                    <a:pt x="1701987" y="658414"/>
                    <a:pt x="1701987" y="658414"/>
                  </a:cubicBezTo>
                  <a:cubicBezTo>
                    <a:pt x="1718964" y="594696"/>
                    <a:pt x="1718964" y="594696"/>
                    <a:pt x="1718964" y="594696"/>
                  </a:cubicBezTo>
                  <a:cubicBezTo>
                    <a:pt x="1663788" y="556466"/>
                    <a:pt x="1663788" y="556466"/>
                    <a:pt x="1663788" y="556466"/>
                  </a:cubicBezTo>
                  <a:cubicBezTo>
                    <a:pt x="1668032" y="488501"/>
                    <a:pt x="1668032" y="488501"/>
                    <a:pt x="1668032" y="488501"/>
                  </a:cubicBezTo>
                  <a:cubicBezTo>
                    <a:pt x="1608611" y="463014"/>
                    <a:pt x="1608611" y="463014"/>
                    <a:pt x="1608611" y="463014"/>
                  </a:cubicBezTo>
                  <a:cubicBezTo>
                    <a:pt x="1604367" y="395048"/>
                    <a:pt x="1604367" y="395048"/>
                    <a:pt x="1604367" y="395048"/>
                  </a:cubicBezTo>
                  <a:cubicBezTo>
                    <a:pt x="1540701" y="373809"/>
                    <a:pt x="1540701" y="373809"/>
                    <a:pt x="1540701" y="373809"/>
                  </a:cubicBezTo>
                  <a:cubicBezTo>
                    <a:pt x="1532213" y="310092"/>
                    <a:pt x="1532213" y="310092"/>
                    <a:pt x="1532213" y="310092"/>
                  </a:cubicBezTo>
                  <a:cubicBezTo>
                    <a:pt x="1464303" y="297348"/>
                    <a:pt x="1464303" y="297348"/>
                    <a:pt x="1464303" y="297348"/>
                  </a:cubicBezTo>
                  <a:cubicBezTo>
                    <a:pt x="1443081" y="233631"/>
                    <a:pt x="1443081" y="233631"/>
                    <a:pt x="1443081" y="233631"/>
                  </a:cubicBezTo>
                  <a:cubicBezTo>
                    <a:pt x="1379416" y="229383"/>
                    <a:pt x="1379416" y="229383"/>
                    <a:pt x="1379416" y="229383"/>
                  </a:cubicBezTo>
                  <a:cubicBezTo>
                    <a:pt x="1349705" y="169913"/>
                    <a:pt x="1349705" y="169913"/>
                    <a:pt x="1349705" y="169913"/>
                  </a:cubicBezTo>
                  <a:cubicBezTo>
                    <a:pt x="1286040" y="174161"/>
                    <a:pt x="1286040" y="174161"/>
                    <a:pt x="1286040" y="174161"/>
                  </a:cubicBezTo>
                  <a:cubicBezTo>
                    <a:pt x="1247841" y="118939"/>
                    <a:pt x="1247841" y="118939"/>
                    <a:pt x="1247841" y="118939"/>
                  </a:cubicBezTo>
                  <a:cubicBezTo>
                    <a:pt x="1184175" y="131683"/>
                    <a:pt x="1184175" y="131683"/>
                    <a:pt x="1184175" y="131683"/>
                  </a:cubicBezTo>
                  <a:cubicBezTo>
                    <a:pt x="1141732" y="80709"/>
                    <a:pt x="1141732" y="80709"/>
                    <a:pt x="1141732" y="80709"/>
                  </a:cubicBezTo>
                  <a:cubicBezTo>
                    <a:pt x="1082311" y="101948"/>
                    <a:pt x="1082311" y="101948"/>
                    <a:pt x="1082311" y="101948"/>
                  </a:cubicBezTo>
                  <a:cubicBezTo>
                    <a:pt x="1031379" y="59470"/>
                    <a:pt x="1031379" y="59470"/>
                    <a:pt x="1031379" y="59470"/>
                  </a:cubicBezTo>
                  <a:cubicBezTo>
                    <a:pt x="971958" y="89204"/>
                    <a:pt x="971958" y="89204"/>
                    <a:pt x="971958" y="89204"/>
                  </a:cubicBezTo>
                  <a:cubicBezTo>
                    <a:pt x="916781" y="50974"/>
                    <a:pt x="916781" y="50974"/>
                    <a:pt x="916781" y="50974"/>
                  </a:cubicBezTo>
                  <a:cubicBezTo>
                    <a:pt x="870093" y="84957"/>
                    <a:pt x="870093" y="84957"/>
                    <a:pt x="870093" y="84957"/>
                  </a:cubicBezTo>
                  <a:cubicBezTo>
                    <a:pt x="865849" y="89204"/>
                    <a:pt x="865849" y="89204"/>
                    <a:pt x="865849" y="89204"/>
                  </a:cubicBezTo>
                  <a:cubicBezTo>
                    <a:pt x="806428" y="59470"/>
                    <a:pt x="806428" y="59470"/>
                    <a:pt x="806428" y="59470"/>
                  </a:cubicBezTo>
                  <a:cubicBezTo>
                    <a:pt x="755495" y="101948"/>
                    <a:pt x="755495" y="101948"/>
                    <a:pt x="755495" y="101948"/>
                  </a:cubicBezTo>
                  <a:cubicBezTo>
                    <a:pt x="696074" y="80709"/>
                    <a:pt x="696074" y="80709"/>
                    <a:pt x="696074" y="80709"/>
                  </a:cubicBezTo>
                  <a:cubicBezTo>
                    <a:pt x="653631" y="131683"/>
                    <a:pt x="653631" y="131683"/>
                    <a:pt x="653631" y="131683"/>
                  </a:cubicBezTo>
                  <a:cubicBezTo>
                    <a:pt x="585721" y="118939"/>
                    <a:pt x="585721" y="118939"/>
                    <a:pt x="585721" y="118939"/>
                  </a:cubicBezTo>
                  <a:cubicBezTo>
                    <a:pt x="551766" y="174161"/>
                    <a:pt x="551766" y="174161"/>
                    <a:pt x="551766" y="174161"/>
                  </a:cubicBezTo>
                  <a:cubicBezTo>
                    <a:pt x="488101" y="169913"/>
                    <a:pt x="488101" y="169913"/>
                    <a:pt x="488101" y="169913"/>
                  </a:cubicBezTo>
                  <a:cubicBezTo>
                    <a:pt x="458391" y="229383"/>
                    <a:pt x="458391" y="229383"/>
                    <a:pt x="458391" y="229383"/>
                  </a:cubicBezTo>
                  <a:cubicBezTo>
                    <a:pt x="390481" y="233631"/>
                    <a:pt x="390481" y="233631"/>
                    <a:pt x="390481" y="233631"/>
                  </a:cubicBezTo>
                  <a:cubicBezTo>
                    <a:pt x="373503" y="297348"/>
                    <a:pt x="373503" y="297348"/>
                    <a:pt x="373503" y="297348"/>
                  </a:cubicBezTo>
                  <a:cubicBezTo>
                    <a:pt x="305594" y="310092"/>
                    <a:pt x="305594" y="310092"/>
                    <a:pt x="305594" y="310092"/>
                  </a:cubicBezTo>
                  <a:cubicBezTo>
                    <a:pt x="297105" y="373809"/>
                    <a:pt x="297105" y="373809"/>
                    <a:pt x="297105" y="373809"/>
                  </a:cubicBezTo>
                  <a:cubicBezTo>
                    <a:pt x="233440" y="395048"/>
                    <a:pt x="233440" y="395048"/>
                    <a:pt x="233440" y="395048"/>
                  </a:cubicBezTo>
                  <a:cubicBezTo>
                    <a:pt x="229195" y="463014"/>
                    <a:pt x="229195" y="463014"/>
                    <a:pt x="229195" y="463014"/>
                  </a:cubicBezTo>
                  <a:cubicBezTo>
                    <a:pt x="169774" y="488501"/>
                    <a:pt x="169774" y="488501"/>
                    <a:pt x="169774" y="488501"/>
                  </a:cubicBezTo>
                  <a:cubicBezTo>
                    <a:pt x="174019" y="556466"/>
                    <a:pt x="174019" y="556466"/>
                    <a:pt x="174019" y="556466"/>
                  </a:cubicBezTo>
                  <a:cubicBezTo>
                    <a:pt x="118842" y="594696"/>
                    <a:pt x="118842" y="594696"/>
                    <a:pt x="118842" y="594696"/>
                  </a:cubicBezTo>
                  <a:cubicBezTo>
                    <a:pt x="131575" y="658414"/>
                    <a:pt x="131575" y="658414"/>
                    <a:pt x="131575" y="658414"/>
                  </a:cubicBezTo>
                  <a:cubicBezTo>
                    <a:pt x="84887" y="700892"/>
                    <a:pt x="84887" y="700892"/>
                    <a:pt x="84887" y="700892"/>
                  </a:cubicBezTo>
                  <a:cubicBezTo>
                    <a:pt x="106109" y="764610"/>
                    <a:pt x="106109" y="764610"/>
                    <a:pt x="106109" y="764610"/>
                  </a:cubicBezTo>
                  <a:cubicBezTo>
                    <a:pt x="59421" y="815584"/>
                    <a:pt x="59421" y="815584"/>
                    <a:pt x="59421" y="815584"/>
                  </a:cubicBezTo>
                  <a:cubicBezTo>
                    <a:pt x="89131" y="875053"/>
                    <a:pt x="89131" y="875053"/>
                    <a:pt x="89131" y="875053"/>
                  </a:cubicBezTo>
                  <a:cubicBezTo>
                    <a:pt x="55177" y="930275"/>
                    <a:pt x="55177" y="930275"/>
                    <a:pt x="55177" y="930275"/>
                  </a:cubicBezTo>
                  <a:cubicBezTo>
                    <a:pt x="89131" y="985497"/>
                    <a:pt x="89131" y="985497"/>
                    <a:pt x="89131" y="985497"/>
                  </a:cubicBezTo>
                  <a:cubicBezTo>
                    <a:pt x="59421" y="1044966"/>
                    <a:pt x="59421" y="1044966"/>
                    <a:pt x="59421" y="1044966"/>
                  </a:cubicBezTo>
                  <a:cubicBezTo>
                    <a:pt x="106109" y="1091693"/>
                    <a:pt x="106109" y="1091693"/>
                    <a:pt x="106109" y="1091693"/>
                  </a:cubicBezTo>
                  <a:cubicBezTo>
                    <a:pt x="84887" y="1155410"/>
                    <a:pt x="84887" y="1155410"/>
                    <a:pt x="84887" y="1155410"/>
                  </a:cubicBezTo>
                  <a:cubicBezTo>
                    <a:pt x="131575" y="1197888"/>
                    <a:pt x="131575" y="1197888"/>
                    <a:pt x="131575" y="1197888"/>
                  </a:cubicBezTo>
                  <a:cubicBezTo>
                    <a:pt x="118842" y="1265854"/>
                    <a:pt x="118842" y="1265854"/>
                    <a:pt x="118842" y="1265854"/>
                  </a:cubicBezTo>
                  <a:cubicBezTo>
                    <a:pt x="174019" y="1299836"/>
                    <a:pt x="174019" y="1299836"/>
                    <a:pt x="174019" y="1299836"/>
                  </a:cubicBezTo>
                  <a:cubicBezTo>
                    <a:pt x="169774" y="1367802"/>
                    <a:pt x="169774" y="1367802"/>
                    <a:pt x="169774" y="1367802"/>
                  </a:cubicBezTo>
                  <a:cubicBezTo>
                    <a:pt x="229195" y="1397536"/>
                    <a:pt x="229195" y="1397536"/>
                    <a:pt x="229195" y="1397536"/>
                  </a:cubicBezTo>
                  <a:cubicBezTo>
                    <a:pt x="233440" y="1461254"/>
                    <a:pt x="233440" y="1461254"/>
                    <a:pt x="233440" y="1461254"/>
                  </a:cubicBezTo>
                  <a:cubicBezTo>
                    <a:pt x="297105" y="1482493"/>
                    <a:pt x="297105" y="1482493"/>
                    <a:pt x="297105" y="1482493"/>
                  </a:cubicBezTo>
                  <a:cubicBezTo>
                    <a:pt x="305594" y="1550458"/>
                    <a:pt x="305594" y="1550458"/>
                    <a:pt x="305594" y="1550458"/>
                  </a:cubicBezTo>
                  <a:cubicBezTo>
                    <a:pt x="373503" y="1563202"/>
                    <a:pt x="373503" y="1563202"/>
                    <a:pt x="373503" y="1563202"/>
                  </a:cubicBezTo>
                  <a:cubicBezTo>
                    <a:pt x="390481" y="1626919"/>
                    <a:pt x="390481" y="1626919"/>
                    <a:pt x="390481" y="1626919"/>
                  </a:cubicBezTo>
                  <a:cubicBezTo>
                    <a:pt x="458391" y="1626919"/>
                    <a:pt x="458391" y="1626919"/>
                    <a:pt x="458391" y="1626919"/>
                  </a:cubicBezTo>
                  <a:cubicBezTo>
                    <a:pt x="488101" y="1690637"/>
                    <a:pt x="488101" y="1690637"/>
                    <a:pt x="488101" y="1690637"/>
                  </a:cubicBezTo>
                  <a:cubicBezTo>
                    <a:pt x="551766" y="1682141"/>
                    <a:pt x="551766" y="1682141"/>
                    <a:pt x="551766" y="1682141"/>
                  </a:cubicBezTo>
                  <a:cubicBezTo>
                    <a:pt x="585721" y="1741611"/>
                    <a:pt x="585721" y="1741611"/>
                    <a:pt x="585721" y="1741611"/>
                  </a:cubicBezTo>
                  <a:cubicBezTo>
                    <a:pt x="653631" y="1724619"/>
                    <a:pt x="653631" y="1724619"/>
                    <a:pt x="653631" y="1724619"/>
                  </a:cubicBezTo>
                  <a:cubicBezTo>
                    <a:pt x="696074" y="1775593"/>
                    <a:pt x="696074" y="1775593"/>
                    <a:pt x="696074" y="1775593"/>
                  </a:cubicBezTo>
                  <a:cubicBezTo>
                    <a:pt x="755495" y="1754354"/>
                    <a:pt x="755495" y="1754354"/>
                    <a:pt x="755495" y="1754354"/>
                  </a:cubicBezTo>
                  <a:cubicBezTo>
                    <a:pt x="806428" y="1801080"/>
                    <a:pt x="806428" y="1801080"/>
                    <a:pt x="806428" y="1801080"/>
                  </a:cubicBezTo>
                  <a:cubicBezTo>
                    <a:pt x="865849" y="1767098"/>
                    <a:pt x="865849" y="1767098"/>
                    <a:pt x="865849" y="1767098"/>
                  </a:cubicBezTo>
                  <a:cubicBezTo>
                    <a:pt x="916781" y="1805328"/>
                    <a:pt x="916781" y="1805328"/>
                    <a:pt x="916781" y="1805328"/>
                  </a:cubicBezTo>
                  <a:cubicBezTo>
                    <a:pt x="971958" y="1767098"/>
                    <a:pt x="971958" y="1767098"/>
                    <a:pt x="971958" y="1767098"/>
                  </a:cubicBezTo>
                  <a:cubicBezTo>
                    <a:pt x="1031379" y="1801080"/>
                    <a:pt x="1031379" y="1801080"/>
                    <a:pt x="1031379" y="1801080"/>
                  </a:cubicBezTo>
                  <a:cubicBezTo>
                    <a:pt x="1082311" y="1754354"/>
                    <a:pt x="1082311" y="1754354"/>
                    <a:pt x="1082311" y="1754354"/>
                  </a:cubicBezTo>
                  <a:cubicBezTo>
                    <a:pt x="1141732" y="1775593"/>
                    <a:pt x="1141732" y="1775593"/>
                    <a:pt x="1141732" y="1775593"/>
                  </a:cubicBezTo>
                  <a:cubicBezTo>
                    <a:pt x="1184175" y="1724619"/>
                    <a:pt x="1184175" y="1724619"/>
                    <a:pt x="1184175" y="1724619"/>
                  </a:cubicBezTo>
                  <a:cubicBezTo>
                    <a:pt x="1247841" y="1741611"/>
                    <a:pt x="1247841" y="1741611"/>
                    <a:pt x="1247841" y="1741611"/>
                  </a:cubicBezTo>
                  <a:cubicBezTo>
                    <a:pt x="1286040" y="1682141"/>
                    <a:pt x="1286040" y="1682141"/>
                    <a:pt x="1286040" y="1682141"/>
                  </a:cubicBezTo>
                  <a:cubicBezTo>
                    <a:pt x="1349705" y="1690637"/>
                    <a:pt x="1349705" y="1690637"/>
                    <a:pt x="1349705" y="1690637"/>
                  </a:cubicBezTo>
                  <a:cubicBezTo>
                    <a:pt x="1379416" y="1626919"/>
                    <a:pt x="1379416" y="1626919"/>
                    <a:pt x="1379416" y="1626919"/>
                  </a:cubicBezTo>
                  <a:cubicBezTo>
                    <a:pt x="1443081" y="1626919"/>
                    <a:pt x="1443081" y="1626919"/>
                    <a:pt x="1443081" y="1626919"/>
                  </a:cubicBezTo>
                  <a:cubicBezTo>
                    <a:pt x="1464303" y="1563202"/>
                    <a:pt x="1464303" y="1563202"/>
                    <a:pt x="1464303" y="1563202"/>
                  </a:cubicBezTo>
                  <a:cubicBezTo>
                    <a:pt x="1532213" y="1550458"/>
                    <a:pt x="1532213" y="1550458"/>
                    <a:pt x="1532213" y="1550458"/>
                  </a:cubicBezTo>
                  <a:cubicBezTo>
                    <a:pt x="1540701" y="1482493"/>
                    <a:pt x="1540701" y="1482493"/>
                    <a:pt x="1540701" y="1482493"/>
                  </a:cubicBezTo>
                  <a:cubicBezTo>
                    <a:pt x="1604367" y="1461254"/>
                    <a:pt x="1604367" y="1461254"/>
                    <a:pt x="1604367" y="1461254"/>
                  </a:cubicBezTo>
                  <a:cubicBezTo>
                    <a:pt x="1608611" y="1397536"/>
                    <a:pt x="1608611" y="1397536"/>
                    <a:pt x="1608611" y="1397536"/>
                  </a:cubicBezTo>
                  <a:cubicBezTo>
                    <a:pt x="1668032" y="1367802"/>
                    <a:pt x="1668032" y="1367802"/>
                    <a:pt x="1668032" y="1367802"/>
                  </a:cubicBezTo>
                  <a:cubicBezTo>
                    <a:pt x="1663788" y="1299836"/>
                    <a:pt x="1663788" y="1299836"/>
                    <a:pt x="1663788" y="1299836"/>
                  </a:cubicBezTo>
                  <a:cubicBezTo>
                    <a:pt x="1718964" y="1265854"/>
                    <a:pt x="1718964" y="1265854"/>
                    <a:pt x="1718964" y="1265854"/>
                  </a:cubicBezTo>
                  <a:cubicBezTo>
                    <a:pt x="1701987" y="1197888"/>
                    <a:pt x="1701987" y="1197888"/>
                    <a:pt x="1701987" y="1197888"/>
                  </a:cubicBezTo>
                  <a:cubicBezTo>
                    <a:pt x="1752919" y="1155410"/>
                    <a:pt x="1752919" y="1155410"/>
                    <a:pt x="1752919" y="1155410"/>
                  </a:cubicBezTo>
                  <a:cubicBezTo>
                    <a:pt x="1731697" y="1091693"/>
                    <a:pt x="1731697" y="1091693"/>
                    <a:pt x="1731697" y="1091693"/>
                  </a:cubicBezTo>
                  <a:cubicBezTo>
                    <a:pt x="1774141" y="1044966"/>
                    <a:pt x="1774141" y="1044966"/>
                    <a:pt x="1774141" y="1044966"/>
                  </a:cubicBezTo>
                  <a:cubicBezTo>
                    <a:pt x="1744431" y="985497"/>
                    <a:pt x="1744431" y="985497"/>
                    <a:pt x="1744431" y="985497"/>
                  </a:cubicBezTo>
                  <a:cubicBezTo>
                    <a:pt x="1782630" y="930275"/>
                    <a:pt x="1782630" y="930275"/>
                    <a:pt x="1782630" y="930275"/>
                  </a:cubicBezTo>
                  <a:cubicBezTo>
                    <a:pt x="1744431" y="875053"/>
                    <a:pt x="1744431" y="875053"/>
                    <a:pt x="1744431" y="875053"/>
                  </a:cubicBezTo>
                  <a:lnTo>
                    <a:pt x="1774141" y="815584"/>
                  </a:lnTo>
                  <a:close/>
                  <a:moveTo>
                    <a:pt x="1757164" y="760362"/>
                  </a:moveTo>
                  <a:cubicBezTo>
                    <a:pt x="1799607" y="811336"/>
                    <a:pt x="1799607" y="811336"/>
                    <a:pt x="1799607" y="811336"/>
                  </a:cubicBezTo>
                  <a:cubicBezTo>
                    <a:pt x="1769897" y="870805"/>
                    <a:pt x="1769897" y="870805"/>
                    <a:pt x="1769897" y="870805"/>
                  </a:cubicBezTo>
                  <a:cubicBezTo>
                    <a:pt x="1808096" y="930275"/>
                    <a:pt x="1808096" y="930275"/>
                    <a:pt x="1808096" y="930275"/>
                  </a:cubicBezTo>
                  <a:cubicBezTo>
                    <a:pt x="1769897" y="985497"/>
                    <a:pt x="1769897" y="985497"/>
                    <a:pt x="1769897" y="985497"/>
                  </a:cubicBezTo>
                  <a:cubicBezTo>
                    <a:pt x="1799607" y="1044966"/>
                    <a:pt x="1799607" y="1044966"/>
                    <a:pt x="1799607" y="1044966"/>
                  </a:cubicBezTo>
                  <a:cubicBezTo>
                    <a:pt x="1757164" y="1095940"/>
                    <a:pt x="1757164" y="1095940"/>
                    <a:pt x="1757164" y="1095940"/>
                  </a:cubicBezTo>
                  <a:cubicBezTo>
                    <a:pt x="1778385" y="1163906"/>
                    <a:pt x="1778385" y="1163906"/>
                    <a:pt x="1778385" y="1163906"/>
                  </a:cubicBezTo>
                  <a:cubicBezTo>
                    <a:pt x="1727453" y="1206384"/>
                    <a:pt x="1727453" y="1206384"/>
                    <a:pt x="1727453" y="1206384"/>
                  </a:cubicBezTo>
                  <a:cubicBezTo>
                    <a:pt x="1740186" y="1274349"/>
                    <a:pt x="1740186" y="1274349"/>
                    <a:pt x="1740186" y="1274349"/>
                  </a:cubicBezTo>
                  <a:cubicBezTo>
                    <a:pt x="1685010" y="1312580"/>
                    <a:pt x="1685010" y="1312580"/>
                    <a:pt x="1685010" y="1312580"/>
                  </a:cubicBezTo>
                  <a:cubicBezTo>
                    <a:pt x="1689254" y="1380545"/>
                    <a:pt x="1689254" y="1380545"/>
                    <a:pt x="1689254" y="1380545"/>
                  </a:cubicBezTo>
                  <a:cubicBezTo>
                    <a:pt x="1629833" y="1410280"/>
                    <a:pt x="1629833" y="1410280"/>
                    <a:pt x="1629833" y="1410280"/>
                  </a:cubicBezTo>
                  <a:cubicBezTo>
                    <a:pt x="1625589" y="1478245"/>
                    <a:pt x="1625589" y="1478245"/>
                    <a:pt x="1625589" y="1478245"/>
                  </a:cubicBezTo>
                  <a:cubicBezTo>
                    <a:pt x="1561923" y="1499484"/>
                    <a:pt x="1561923" y="1499484"/>
                    <a:pt x="1561923" y="1499484"/>
                  </a:cubicBezTo>
                  <a:cubicBezTo>
                    <a:pt x="1549190" y="1567450"/>
                    <a:pt x="1549190" y="1567450"/>
                    <a:pt x="1549190" y="1567450"/>
                  </a:cubicBezTo>
                  <a:cubicBezTo>
                    <a:pt x="1481280" y="1580193"/>
                    <a:pt x="1481280" y="1580193"/>
                    <a:pt x="1481280" y="1580193"/>
                  </a:cubicBezTo>
                  <a:cubicBezTo>
                    <a:pt x="1460059" y="1648158"/>
                    <a:pt x="1460059" y="1648158"/>
                    <a:pt x="1460059" y="1648158"/>
                  </a:cubicBezTo>
                  <a:cubicBezTo>
                    <a:pt x="1392149" y="1648158"/>
                    <a:pt x="1392149" y="1648158"/>
                    <a:pt x="1392149" y="1648158"/>
                  </a:cubicBezTo>
                  <a:cubicBezTo>
                    <a:pt x="1362438" y="1711876"/>
                    <a:pt x="1362438" y="1711876"/>
                    <a:pt x="1362438" y="1711876"/>
                  </a:cubicBezTo>
                  <a:cubicBezTo>
                    <a:pt x="1294529" y="1707628"/>
                    <a:pt x="1294529" y="1707628"/>
                    <a:pt x="1294529" y="1707628"/>
                  </a:cubicBezTo>
                  <a:cubicBezTo>
                    <a:pt x="1260574" y="1762850"/>
                    <a:pt x="1260574" y="1762850"/>
                    <a:pt x="1260574" y="1762850"/>
                  </a:cubicBezTo>
                  <a:cubicBezTo>
                    <a:pt x="1192664" y="1750106"/>
                    <a:pt x="1192664" y="1750106"/>
                    <a:pt x="1192664" y="1750106"/>
                  </a:cubicBezTo>
                  <a:cubicBezTo>
                    <a:pt x="1150221" y="1801080"/>
                    <a:pt x="1150221" y="1801080"/>
                    <a:pt x="1150221" y="1801080"/>
                  </a:cubicBezTo>
                  <a:cubicBezTo>
                    <a:pt x="1086555" y="1779841"/>
                    <a:pt x="1086555" y="1779841"/>
                    <a:pt x="1086555" y="1779841"/>
                  </a:cubicBezTo>
                  <a:cubicBezTo>
                    <a:pt x="1035623" y="1826567"/>
                    <a:pt x="1035623" y="1826567"/>
                    <a:pt x="1035623" y="1826567"/>
                  </a:cubicBezTo>
                  <a:cubicBezTo>
                    <a:pt x="976202" y="1792585"/>
                    <a:pt x="976202" y="1792585"/>
                    <a:pt x="976202" y="1792585"/>
                  </a:cubicBezTo>
                  <a:cubicBezTo>
                    <a:pt x="916781" y="1830815"/>
                    <a:pt x="916781" y="1830815"/>
                    <a:pt x="916781" y="1830815"/>
                  </a:cubicBezTo>
                  <a:cubicBezTo>
                    <a:pt x="861604" y="1792585"/>
                    <a:pt x="861604" y="1792585"/>
                    <a:pt x="861604" y="1792585"/>
                  </a:cubicBezTo>
                  <a:cubicBezTo>
                    <a:pt x="802183" y="1826567"/>
                    <a:pt x="802183" y="1826567"/>
                    <a:pt x="802183" y="1826567"/>
                  </a:cubicBezTo>
                  <a:cubicBezTo>
                    <a:pt x="751251" y="1779841"/>
                    <a:pt x="751251" y="1779841"/>
                    <a:pt x="751251" y="1779841"/>
                  </a:cubicBezTo>
                  <a:cubicBezTo>
                    <a:pt x="687586" y="1801080"/>
                    <a:pt x="687586" y="1801080"/>
                    <a:pt x="687586" y="1801080"/>
                  </a:cubicBezTo>
                  <a:cubicBezTo>
                    <a:pt x="645142" y="1750106"/>
                    <a:pt x="645142" y="1750106"/>
                    <a:pt x="645142" y="1750106"/>
                  </a:cubicBezTo>
                  <a:cubicBezTo>
                    <a:pt x="577232" y="1762850"/>
                    <a:pt x="577232" y="1762850"/>
                    <a:pt x="577232" y="1762850"/>
                  </a:cubicBezTo>
                  <a:cubicBezTo>
                    <a:pt x="539033" y="1707628"/>
                    <a:pt x="539033" y="1707628"/>
                    <a:pt x="539033" y="1707628"/>
                  </a:cubicBezTo>
                  <a:cubicBezTo>
                    <a:pt x="475368" y="1711876"/>
                    <a:pt x="475368" y="1711876"/>
                    <a:pt x="475368" y="1711876"/>
                  </a:cubicBezTo>
                  <a:cubicBezTo>
                    <a:pt x="445657" y="1648158"/>
                    <a:pt x="445657" y="1648158"/>
                    <a:pt x="445657" y="1648158"/>
                  </a:cubicBezTo>
                  <a:cubicBezTo>
                    <a:pt x="377748" y="1648158"/>
                    <a:pt x="377748" y="1648158"/>
                    <a:pt x="377748" y="1648158"/>
                  </a:cubicBezTo>
                  <a:cubicBezTo>
                    <a:pt x="356526" y="1580193"/>
                    <a:pt x="356526" y="1580193"/>
                    <a:pt x="356526" y="1580193"/>
                  </a:cubicBezTo>
                  <a:cubicBezTo>
                    <a:pt x="288616" y="1567450"/>
                    <a:pt x="288616" y="1567450"/>
                    <a:pt x="288616" y="1567450"/>
                  </a:cubicBezTo>
                  <a:cubicBezTo>
                    <a:pt x="275883" y="1499484"/>
                    <a:pt x="275883" y="1499484"/>
                    <a:pt x="275883" y="1499484"/>
                  </a:cubicBezTo>
                  <a:cubicBezTo>
                    <a:pt x="212218" y="1478245"/>
                    <a:pt x="212218" y="1478245"/>
                    <a:pt x="212218" y="1478245"/>
                  </a:cubicBezTo>
                  <a:cubicBezTo>
                    <a:pt x="207973" y="1410280"/>
                    <a:pt x="207973" y="1410280"/>
                    <a:pt x="207973" y="1410280"/>
                  </a:cubicBezTo>
                  <a:cubicBezTo>
                    <a:pt x="148552" y="1380545"/>
                    <a:pt x="148552" y="1380545"/>
                    <a:pt x="148552" y="1380545"/>
                  </a:cubicBezTo>
                  <a:cubicBezTo>
                    <a:pt x="152797" y="1312580"/>
                    <a:pt x="152797" y="1312580"/>
                    <a:pt x="152797" y="1312580"/>
                  </a:cubicBezTo>
                  <a:cubicBezTo>
                    <a:pt x="97620" y="1274349"/>
                    <a:pt x="97620" y="1274349"/>
                    <a:pt x="97620" y="1274349"/>
                  </a:cubicBezTo>
                  <a:cubicBezTo>
                    <a:pt x="110353" y="1206384"/>
                    <a:pt x="110353" y="1206384"/>
                    <a:pt x="110353" y="1206384"/>
                  </a:cubicBezTo>
                  <a:cubicBezTo>
                    <a:pt x="59421" y="1163906"/>
                    <a:pt x="59421" y="1163906"/>
                    <a:pt x="59421" y="1163906"/>
                  </a:cubicBezTo>
                  <a:cubicBezTo>
                    <a:pt x="80643" y="1095940"/>
                    <a:pt x="80643" y="1095940"/>
                    <a:pt x="80643" y="1095940"/>
                  </a:cubicBezTo>
                  <a:cubicBezTo>
                    <a:pt x="33955" y="1044966"/>
                    <a:pt x="33955" y="1044966"/>
                    <a:pt x="33955" y="1044966"/>
                  </a:cubicBezTo>
                  <a:cubicBezTo>
                    <a:pt x="67910" y="985497"/>
                    <a:pt x="67910" y="985497"/>
                    <a:pt x="67910" y="985497"/>
                  </a:cubicBezTo>
                  <a:cubicBezTo>
                    <a:pt x="29710" y="930275"/>
                    <a:pt x="29710" y="930275"/>
                    <a:pt x="29710" y="930275"/>
                  </a:cubicBezTo>
                  <a:cubicBezTo>
                    <a:pt x="67910" y="870805"/>
                    <a:pt x="67910" y="870805"/>
                    <a:pt x="67910" y="870805"/>
                  </a:cubicBezTo>
                  <a:cubicBezTo>
                    <a:pt x="33955" y="811336"/>
                    <a:pt x="33955" y="811336"/>
                    <a:pt x="33955" y="811336"/>
                  </a:cubicBezTo>
                  <a:cubicBezTo>
                    <a:pt x="80643" y="760362"/>
                    <a:pt x="80643" y="760362"/>
                    <a:pt x="80643" y="760362"/>
                  </a:cubicBezTo>
                  <a:cubicBezTo>
                    <a:pt x="59421" y="696644"/>
                    <a:pt x="59421" y="696644"/>
                    <a:pt x="59421" y="696644"/>
                  </a:cubicBezTo>
                  <a:cubicBezTo>
                    <a:pt x="110353" y="649918"/>
                    <a:pt x="110353" y="649918"/>
                    <a:pt x="110353" y="649918"/>
                  </a:cubicBezTo>
                  <a:cubicBezTo>
                    <a:pt x="97620" y="581953"/>
                    <a:pt x="97620" y="581953"/>
                    <a:pt x="97620" y="581953"/>
                  </a:cubicBezTo>
                  <a:cubicBezTo>
                    <a:pt x="152797" y="543722"/>
                    <a:pt x="152797" y="543722"/>
                    <a:pt x="152797" y="543722"/>
                  </a:cubicBezTo>
                  <a:cubicBezTo>
                    <a:pt x="148552" y="475757"/>
                    <a:pt x="148552" y="475757"/>
                    <a:pt x="148552" y="475757"/>
                  </a:cubicBezTo>
                  <a:cubicBezTo>
                    <a:pt x="207973" y="446022"/>
                    <a:pt x="207973" y="446022"/>
                    <a:pt x="207973" y="446022"/>
                  </a:cubicBezTo>
                  <a:cubicBezTo>
                    <a:pt x="212218" y="378057"/>
                    <a:pt x="212218" y="378057"/>
                    <a:pt x="212218" y="378057"/>
                  </a:cubicBezTo>
                  <a:cubicBezTo>
                    <a:pt x="275883" y="356818"/>
                    <a:pt x="275883" y="356818"/>
                    <a:pt x="275883" y="356818"/>
                  </a:cubicBezTo>
                  <a:cubicBezTo>
                    <a:pt x="288616" y="288853"/>
                    <a:pt x="288616" y="288853"/>
                    <a:pt x="288616" y="288853"/>
                  </a:cubicBezTo>
                  <a:cubicBezTo>
                    <a:pt x="356526" y="276109"/>
                    <a:pt x="356526" y="276109"/>
                    <a:pt x="356526" y="276109"/>
                  </a:cubicBezTo>
                  <a:cubicBezTo>
                    <a:pt x="377748" y="212392"/>
                    <a:pt x="377748" y="212392"/>
                    <a:pt x="377748" y="212392"/>
                  </a:cubicBezTo>
                  <a:cubicBezTo>
                    <a:pt x="445657" y="208144"/>
                    <a:pt x="445657" y="208144"/>
                    <a:pt x="445657" y="208144"/>
                  </a:cubicBezTo>
                  <a:cubicBezTo>
                    <a:pt x="475368" y="144426"/>
                    <a:pt x="475368" y="144426"/>
                    <a:pt x="475368" y="144426"/>
                  </a:cubicBezTo>
                  <a:cubicBezTo>
                    <a:pt x="539033" y="152922"/>
                    <a:pt x="539033" y="152922"/>
                    <a:pt x="539033" y="152922"/>
                  </a:cubicBezTo>
                  <a:cubicBezTo>
                    <a:pt x="577232" y="93452"/>
                    <a:pt x="577232" y="93452"/>
                    <a:pt x="577232" y="93452"/>
                  </a:cubicBezTo>
                  <a:cubicBezTo>
                    <a:pt x="645142" y="110444"/>
                    <a:pt x="645142" y="110444"/>
                    <a:pt x="645142" y="110444"/>
                  </a:cubicBezTo>
                  <a:cubicBezTo>
                    <a:pt x="687586" y="55222"/>
                    <a:pt x="687586" y="55222"/>
                    <a:pt x="687586" y="55222"/>
                  </a:cubicBezTo>
                  <a:cubicBezTo>
                    <a:pt x="751251" y="80709"/>
                    <a:pt x="751251" y="80709"/>
                    <a:pt x="751251" y="80709"/>
                  </a:cubicBezTo>
                  <a:cubicBezTo>
                    <a:pt x="802183" y="33983"/>
                    <a:pt x="802183" y="33983"/>
                    <a:pt x="802183" y="33983"/>
                  </a:cubicBezTo>
                  <a:cubicBezTo>
                    <a:pt x="861604" y="63717"/>
                    <a:pt x="861604" y="63717"/>
                    <a:pt x="861604" y="63717"/>
                  </a:cubicBezTo>
                  <a:cubicBezTo>
                    <a:pt x="916781" y="25487"/>
                    <a:pt x="916781" y="25487"/>
                    <a:pt x="916781" y="25487"/>
                  </a:cubicBezTo>
                  <a:cubicBezTo>
                    <a:pt x="976202" y="63717"/>
                    <a:pt x="976202" y="63717"/>
                    <a:pt x="976202" y="63717"/>
                  </a:cubicBezTo>
                  <a:cubicBezTo>
                    <a:pt x="1035623" y="33983"/>
                    <a:pt x="1035623" y="33983"/>
                    <a:pt x="1035623" y="33983"/>
                  </a:cubicBezTo>
                  <a:cubicBezTo>
                    <a:pt x="1086555" y="80709"/>
                    <a:pt x="1086555" y="80709"/>
                    <a:pt x="1086555" y="80709"/>
                  </a:cubicBezTo>
                  <a:cubicBezTo>
                    <a:pt x="1150221" y="55222"/>
                    <a:pt x="1150221" y="55222"/>
                    <a:pt x="1150221" y="55222"/>
                  </a:cubicBezTo>
                  <a:cubicBezTo>
                    <a:pt x="1192664" y="110444"/>
                    <a:pt x="1192664" y="110444"/>
                    <a:pt x="1192664" y="110444"/>
                  </a:cubicBezTo>
                  <a:cubicBezTo>
                    <a:pt x="1260574" y="93452"/>
                    <a:pt x="1260574" y="93452"/>
                    <a:pt x="1260574" y="93452"/>
                  </a:cubicBezTo>
                  <a:cubicBezTo>
                    <a:pt x="1294529" y="152922"/>
                    <a:pt x="1294529" y="152922"/>
                    <a:pt x="1294529" y="152922"/>
                  </a:cubicBezTo>
                  <a:cubicBezTo>
                    <a:pt x="1362438" y="144426"/>
                    <a:pt x="1362438" y="144426"/>
                    <a:pt x="1362438" y="144426"/>
                  </a:cubicBezTo>
                  <a:cubicBezTo>
                    <a:pt x="1392149" y="208144"/>
                    <a:pt x="1392149" y="208144"/>
                    <a:pt x="1392149" y="208144"/>
                  </a:cubicBezTo>
                  <a:cubicBezTo>
                    <a:pt x="1460059" y="212392"/>
                    <a:pt x="1460059" y="212392"/>
                    <a:pt x="1460059" y="212392"/>
                  </a:cubicBezTo>
                  <a:cubicBezTo>
                    <a:pt x="1481280" y="276109"/>
                    <a:pt x="1481280" y="276109"/>
                    <a:pt x="1481280" y="276109"/>
                  </a:cubicBezTo>
                  <a:cubicBezTo>
                    <a:pt x="1549190" y="288853"/>
                    <a:pt x="1549190" y="288853"/>
                    <a:pt x="1549190" y="288853"/>
                  </a:cubicBezTo>
                  <a:cubicBezTo>
                    <a:pt x="1561923" y="356818"/>
                    <a:pt x="1561923" y="356818"/>
                    <a:pt x="1561923" y="356818"/>
                  </a:cubicBezTo>
                  <a:cubicBezTo>
                    <a:pt x="1625589" y="378057"/>
                    <a:pt x="1625589" y="378057"/>
                    <a:pt x="1625589" y="378057"/>
                  </a:cubicBezTo>
                  <a:cubicBezTo>
                    <a:pt x="1629833" y="446022"/>
                    <a:pt x="1629833" y="446022"/>
                    <a:pt x="1629833" y="446022"/>
                  </a:cubicBezTo>
                  <a:cubicBezTo>
                    <a:pt x="1689254" y="475757"/>
                    <a:pt x="1689254" y="475757"/>
                    <a:pt x="1689254" y="475757"/>
                  </a:cubicBezTo>
                  <a:cubicBezTo>
                    <a:pt x="1685010" y="543722"/>
                    <a:pt x="1685010" y="543722"/>
                    <a:pt x="1685010" y="543722"/>
                  </a:cubicBezTo>
                  <a:cubicBezTo>
                    <a:pt x="1740186" y="581953"/>
                    <a:pt x="1740186" y="581953"/>
                    <a:pt x="1740186" y="581953"/>
                  </a:cubicBezTo>
                  <a:cubicBezTo>
                    <a:pt x="1727453" y="649918"/>
                    <a:pt x="1727453" y="649918"/>
                    <a:pt x="1727453" y="649918"/>
                  </a:cubicBezTo>
                  <a:cubicBezTo>
                    <a:pt x="1778385" y="696644"/>
                    <a:pt x="1778385" y="696644"/>
                    <a:pt x="1778385" y="696644"/>
                  </a:cubicBezTo>
                  <a:lnTo>
                    <a:pt x="1757164" y="760362"/>
                  </a:lnTo>
                  <a:close/>
                  <a:moveTo>
                    <a:pt x="1833562" y="930275"/>
                  </a:moveTo>
                  <a:cubicBezTo>
                    <a:pt x="1833562" y="416287"/>
                    <a:pt x="1426104" y="0"/>
                    <a:pt x="916781" y="0"/>
                  </a:cubicBezTo>
                  <a:cubicBezTo>
                    <a:pt x="411703" y="0"/>
                    <a:pt x="0" y="416287"/>
                    <a:pt x="0" y="930275"/>
                  </a:cubicBezTo>
                  <a:cubicBezTo>
                    <a:pt x="0" y="1444263"/>
                    <a:pt x="411703" y="1860550"/>
                    <a:pt x="916781" y="1860550"/>
                  </a:cubicBezTo>
                  <a:cubicBezTo>
                    <a:pt x="1426104" y="1860550"/>
                    <a:pt x="1833562" y="1444263"/>
                    <a:pt x="1833562" y="930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>
            <a:xfrm>
              <a:off x="3613150" y="1820863"/>
              <a:ext cx="3668712" cy="425450"/>
            </a:xfrm>
            <a:custGeom>
              <a:avLst/>
              <a:gdLst>
                <a:gd name="T0" fmla="*/ 758 w 864"/>
                <a:gd name="T1" fmla="*/ 75 h 100"/>
                <a:gd name="T2" fmla="*/ 506 w 864"/>
                <a:gd name="T3" fmla="*/ 75 h 100"/>
                <a:gd name="T4" fmla="*/ 249 w 864"/>
                <a:gd name="T5" fmla="*/ 23 h 100"/>
                <a:gd name="T6" fmla="*/ 83 w 864"/>
                <a:gd name="T7" fmla="*/ 23 h 100"/>
                <a:gd name="T8" fmla="*/ 83 w 864"/>
                <a:gd name="T9" fmla="*/ 23 h 100"/>
                <a:gd name="T10" fmla="*/ 0 w 864"/>
                <a:gd name="T11" fmla="*/ 3 h 100"/>
                <a:gd name="T12" fmla="*/ 38 w 864"/>
                <a:gd name="T13" fmla="*/ 75 h 100"/>
                <a:gd name="T14" fmla="*/ 66 w 864"/>
                <a:gd name="T15" fmla="*/ 8 h 100"/>
                <a:gd name="T16" fmla="*/ 125 w 864"/>
                <a:gd name="T17" fmla="*/ 59 h 100"/>
                <a:gd name="T18" fmla="*/ 125 w 864"/>
                <a:gd name="T19" fmla="*/ 56 h 100"/>
                <a:gd name="T20" fmla="*/ 142 w 864"/>
                <a:gd name="T21" fmla="*/ 44 h 100"/>
                <a:gd name="T22" fmla="*/ 114 w 864"/>
                <a:gd name="T23" fmla="*/ 33 h 100"/>
                <a:gd name="T24" fmla="*/ 110 w 864"/>
                <a:gd name="T25" fmla="*/ 76 h 100"/>
                <a:gd name="T26" fmla="*/ 189 w 864"/>
                <a:gd name="T27" fmla="*/ 75 h 100"/>
                <a:gd name="T28" fmla="*/ 169 w 864"/>
                <a:gd name="T29" fmla="*/ 30 h 100"/>
                <a:gd name="T30" fmla="*/ 154 w 864"/>
                <a:gd name="T31" fmla="*/ 39 h 100"/>
                <a:gd name="T32" fmla="*/ 171 w 864"/>
                <a:gd name="T33" fmla="*/ 41 h 100"/>
                <a:gd name="T34" fmla="*/ 219 w 864"/>
                <a:gd name="T35" fmla="*/ 65 h 100"/>
                <a:gd name="T36" fmla="*/ 229 w 864"/>
                <a:gd name="T37" fmla="*/ 92 h 100"/>
                <a:gd name="T38" fmla="*/ 219 w 864"/>
                <a:gd name="T39" fmla="*/ 65 h 100"/>
                <a:gd name="T40" fmla="*/ 228 w 864"/>
                <a:gd name="T41" fmla="*/ 16 h 100"/>
                <a:gd name="T42" fmla="*/ 248 w 864"/>
                <a:gd name="T43" fmla="*/ 8 h 100"/>
                <a:gd name="T44" fmla="*/ 331 w 864"/>
                <a:gd name="T45" fmla="*/ 75 h 100"/>
                <a:gd name="T46" fmla="*/ 294 w 864"/>
                <a:gd name="T47" fmla="*/ 30 h 100"/>
                <a:gd name="T48" fmla="*/ 278 w 864"/>
                <a:gd name="T49" fmla="*/ 75 h 100"/>
                <a:gd name="T50" fmla="*/ 305 w 864"/>
                <a:gd name="T51" fmla="*/ 35 h 100"/>
                <a:gd name="T52" fmla="*/ 429 w 864"/>
                <a:gd name="T53" fmla="*/ 3 h 100"/>
                <a:gd name="T54" fmla="*/ 384 w 864"/>
                <a:gd name="T55" fmla="*/ 44 h 100"/>
                <a:gd name="T56" fmla="*/ 397 w 864"/>
                <a:gd name="T57" fmla="*/ 76 h 100"/>
                <a:gd name="T58" fmla="*/ 494 w 864"/>
                <a:gd name="T59" fmla="*/ 44 h 100"/>
                <a:gd name="T60" fmla="*/ 456 w 864"/>
                <a:gd name="T61" fmla="*/ 23 h 100"/>
                <a:gd name="T62" fmla="*/ 459 w 864"/>
                <a:gd name="T63" fmla="*/ 75 h 100"/>
                <a:gd name="T64" fmla="*/ 477 w 864"/>
                <a:gd name="T65" fmla="*/ 46 h 100"/>
                <a:gd name="T66" fmla="*/ 506 w 864"/>
                <a:gd name="T67" fmla="*/ 8 h 100"/>
                <a:gd name="T68" fmla="*/ 588 w 864"/>
                <a:gd name="T69" fmla="*/ 23 h 100"/>
                <a:gd name="T70" fmla="*/ 559 w 864"/>
                <a:gd name="T71" fmla="*/ 60 h 100"/>
                <a:gd name="T72" fmla="*/ 550 w 864"/>
                <a:gd name="T73" fmla="*/ 75 h 100"/>
                <a:gd name="T74" fmla="*/ 616 w 864"/>
                <a:gd name="T75" fmla="*/ 32 h 100"/>
                <a:gd name="T76" fmla="*/ 617 w 864"/>
                <a:gd name="T77" fmla="*/ 21 h 100"/>
                <a:gd name="T78" fmla="*/ 636 w 864"/>
                <a:gd name="T79" fmla="*/ 62 h 100"/>
                <a:gd name="T80" fmla="*/ 683 w 864"/>
                <a:gd name="T81" fmla="*/ 37 h 100"/>
                <a:gd name="T82" fmla="*/ 666 w 864"/>
                <a:gd name="T83" fmla="*/ 32 h 100"/>
                <a:gd name="T84" fmla="*/ 651 w 864"/>
                <a:gd name="T85" fmla="*/ 75 h 100"/>
                <a:gd name="T86" fmla="*/ 680 w 864"/>
                <a:gd name="T87" fmla="*/ 37 h 100"/>
                <a:gd name="T88" fmla="*/ 726 w 864"/>
                <a:gd name="T89" fmla="*/ 36 h 100"/>
                <a:gd name="T90" fmla="*/ 707 w 864"/>
                <a:gd name="T91" fmla="*/ 54 h 100"/>
                <a:gd name="T92" fmla="*/ 690 w 864"/>
                <a:gd name="T93" fmla="*/ 73 h 100"/>
                <a:gd name="T94" fmla="*/ 708 w 864"/>
                <a:gd name="T95" fmla="*/ 37 h 100"/>
                <a:gd name="T96" fmla="*/ 749 w 864"/>
                <a:gd name="T97" fmla="*/ 16 h 100"/>
                <a:gd name="T98" fmla="*/ 802 w 864"/>
                <a:gd name="T99" fmla="*/ 35 h 100"/>
                <a:gd name="T100" fmla="*/ 773 w 864"/>
                <a:gd name="T101" fmla="*/ 16 h 100"/>
                <a:gd name="T102" fmla="*/ 773 w 864"/>
                <a:gd name="T103" fmla="*/ 35 h 100"/>
                <a:gd name="T104" fmla="*/ 800 w 864"/>
                <a:gd name="T105" fmla="*/ 75 h 100"/>
                <a:gd name="T106" fmla="*/ 864 w 864"/>
                <a:gd name="T107" fmla="*/ 23 h 100"/>
                <a:gd name="T108" fmla="*/ 837 w 864"/>
                <a:gd name="T109" fmla="*/ 58 h 100"/>
                <a:gd name="T110" fmla="*/ 827 w 864"/>
                <a:gd name="T111" fmla="*/ 71 h 100"/>
                <a:gd name="T112" fmla="*/ 810 w 864"/>
                <a:gd name="T1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668712" h="425450">
                  <a:moveTo>
                    <a:pt x="3218615" y="97854"/>
                  </a:moveTo>
                  <a:cubicBezTo>
                    <a:pt x="3146430" y="97854"/>
                    <a:pt x="3146430" y="97854"/>
                    <a:pt x="3146430" y="97854"/>
                  </a:cubicBezTo>
                  <a:cubicBezTo>
                    <a:pt x="3146430" y="319088"/>
                    <a:pt x="3146430" y="319088"/>
                    <a:pt x="3146430" y="319088"/>
                  </a:cubicBezTo>
                  <a:cubicBezTo>
                    <a:pt x="3218615" y="319088"/>
                    <a:pt x="3218615" y="319088"/>
                    <a:pt x="3218615" y="319088"/>
                  </a:cubicBezTo>
                  <a:lnTo>
                    <a:pt x="3218615" y="97854"/>
                  </a:lnTo>
                  <a:close/>
                  <a:moveTo>
                    <a:pt x="2220760" y="97854"/>
                  </a:moveTo>
                  <a:cubicBezTo>
                    <a:pt x="2148574" y="97854"/>
                    <a:pt x="2148574" y="97854"/>
                    <a:pt x="2148574" y="97854"/>
                  </a:cubicBezTo>
                  <a:cubicBezTo>
                    <a:pt x="2148574" y="319088"/>
                    <a:pt x="2148574" y="319088"/>
                    <a:pt x="2148574" y="319088"/>
                  </a:cubicBezTo>
                  <a:cubicBezTo>
                    <a:pt x="2220760" y="319088"/>
                    <a:pt x="2220760" y="319088"/>
                    <a:pt x="2220760" y="319088"/>
                  </a:cubicBezTo>
                  <a:lnTo>
                    <a:pt x="2220760" y="97854"/>
                  </a:lnTo>
                  <a:close/>
                  <a:moveTo>
                    <a:pt x="1129488" y="97854"/>
                  </a:moveTo>
                  <a:cubicBezTo>
                    <a:pt x="1057302" y="97854"/>
                    <a:pt x="1057302" y="97854"/>
                    <a:pt x="1057302" y="97854"/>
                  </a:cubicBezTo>
                  <a:cubicBezTo>
                    <a:pt x="1057302" y="319088"/>
                    <a:pt x="1057302" y="319088"/>
                    <a:pt x="1057302" y="319088"/>
                  </a:cubicBezTo>
                  <a:cubicBezTo>
                    <a:pt x="1129488" y="319088"/>
                    <a:pt x="1129488" y="319088"/>
                    <a:pt x="1129488" y="319088"/>
                  </a:cubicBezTo>
                  <a:lnTo>
                    <a:pt x="1129488" y="97854"/>
                  </a:lnTo>
                  <a:close/>
                  <a:moveTo>
                    <a:pt x="352434" y="97854"/>
                  </a:moveTo>
                  <a:cubicBezTo>
                    <a:pt x="280249" y="97854"/>
                    <a:pt x="280249" y="97854"/>
                    <a:pt x="280249" y="97854"/>
                  </a:cubicBezTo>
                  <a:cubicBezTo>
                    <a:pt x="280249" y="319088"/>
                    <a:pt x="280249" y="319088"/>
                    <a:pt x="280249" y="319088"/>
                  </a:cubicBezTo>
                  <a:cubicBezTo>
                    <a:pt x="352434" y="319088"/>
                    <a:pt x="352434" y="319088"/>
                    <a:pt x="352434" y="319088"/>
                  </a:cubicBezTo>
                  <a:lnTo>
                    <a:pt x="352434" y="97854"/>
                  </a:lnTo>
                  <a:close/>
                  <a:moveTo>
                    <a:pt x="161355" y="68072"/>
                  </a:moveTo>
                  <a:cubicBezTo>
                    <a:pt x="250525" y="68072"/>
                    <a:pt x="250525" y="68072"/>
                    <a:pt x="250525" y="68072"/>
                  </a:cubicBezTo>
                  <a:cubicBezTo>
                    <a:pt x="250525" y="12764"/>
                    <a:pt x="250525" y="12764"/>
                    <a:pt x="250525" y="12764"/>
                  </a:cubicBezTo>
                  <a:cubicBezTo>
                    <a:pt x="0" y="12764"/>
                    <a:pt x="0" y="12764"/>
                    <a:pt x="0" y="12764"/>
                  </a:cubicBezTo>
                  <a:cubicBezTo>
                    <a:pt x="0" y="68072"/>
                    <a:pt x="0" y="68072"/>
                    <a:pt x="0" y="68072"/>
                  </a:cubicBezTo>
                  <a:cubicBezTo>
                    <a:pt x="89170" y="68072"/>
                    <a:pt x="89170" y="68072"/>
                    <a:pt x="89170" y="68072"/>
                  </a:cubicBezTo>
                  <a:cubicBezTo>
                    <a:pt x="89170" y="319088"/>
                    <a:pt x="89170" y="319088"/>
                    <a:pt x="89170" y="319088"/>
                  </a:cubicBezTo>
                  <a:cubicBezTo>
                    <a:pt x="161355" y="319088"/>
                    <a:pt x="161355" y="319088"/>
                    <a:pt x="161355" y="319088"/>
                  </a:cubicBezTo>
                  <a:lnTo>
                    <a:pt x="161355" y="68072"/>
                  </a:lnTo>
                  <a:close/>
                  <a:moveTo>
                    <a:pt x="356680" y="34036"/>
                  </a:moveTo>
                  <a:cubicBezTo>
                    <a:pt x="356680" y="12764"/>
                    <a:pt x="339696" y="0"/>
                    <a:pt x="318465" y="0"/>
                  </a:cubicBezTo>
                  <a:cubicBezTo>
                    <a:pt x="292987" y="0"/>
                    <a:pt x="280249" y="12764"/>
                    <a:pt x="280249" y="34036"/>
                  </a:cubicBezTo>
                  <a:cubicBezTo>
                    <a:pt x="280249" y="51054"/>
                    <a:pt x="292987" y="68072"/>
                    <a:pt x="318465" y="68072"/>
                  </a:cubicBezTo>
                  <a:cubicBezTo>
                    <a:pt x="339696" y="68072"/>
                    <a:pt x="356680" y="51054"/>
                    <a:pt x="356680" y="34036"/>
                  </a:cubicBezTo>
                  <a:moveTo>
                    <a:pt x="530774" y="238252"/>
                  </a:moveTo>
                  <a:cubicBezTo>
                    <a:pt x="530774" y="242507"/>
                    <a:pt x="530774" y="246761"/>
                    <a:pt x="530774" y="251016"/>
                  </a:cubicBezTo>
                  <a:cubicBezTo>
                    <a:pt x="526528" y="263779"/>
                    <a:pt x="509543" y="276543"/>
                    <a:pt x="492559" y="276543"/>
                  </a:cubicBezTo>
                  <a:cubicBezTo>
                    <a:pt x="475574" y="276543"/>
                    <a:pt x="462835" y="268034"/>
                    <a:pt x="462835" y="251016"/>
                  </a:cubicBezTo>
                  <a:cubicBezTo>
                    <a:pt x="462835" y="221234"/>
                    <a:pt x="492559" y="212725"/>
                    <a:pt x="530774" y="212725"/>
                  </a:cubicBezTo>
                  <a:lnTo>
                    <a:pt x="530774" y="238252"/>
                  </a:lnTo>
                  <a:close/>
                  <a:moveTo>
                    <a:pt x="539267" y="319088"/>
                  </a:moveTo>
                  <a:cubicBezTo>
                    <a:pt x="607206" y="319088"/>
                    <a:pt x="607206" y="319088"/>
                    <a:pt x="607206" y="319088"/>
                  </a:cubicBezTo>
                  <a:cubicBezTo>
                    <a:pt x="602960" y="306324"/>
                    <a:pt x="602960" y="285052"/>
                    <a:pt x="602960" y="268034"/>
                  </a:cubicBezTo>
                  <a:cubicBezTo>
                    <a:pt x="602960" y="187198"/>
                    <a:pt x="602960" y="187198"/>
                    <a:pt x="602960" y="187198"/>
                  </a:cubicBezTo>
                  <a:cubicBezTo>
                    <a:pt x="602960" y="136144"/>
                    <a:pt x="577482" y="89345"/>
                    <a:pt x="501051" y="89345"/>
                  </a:cubicBezTo>
                  <a:cubicBezTo>
                    <a:pt x="454343" y="89345"/>
                    <a:pt x="424619" y="102108"/>
                    <a:pt x="407635" y="110617"/>
                  </a:cubicBezTo>
                  <a:cubicBezTo>
                    <a:pt x="420373" y="157417"/>
                    <a:pt x="420373" y="157417"/>
                    <a:pt x="420373" y="157417"/>
                  </a:cubicBezTo>
                  <a:cubicBezTo>
                    <a:pt x="437358" y="144653"/>
                    <a:pt x="462835" y="140399"/>
                    <a:pt x="484066" y="140399"/>
                  </a:cubicBezTo>
                  <a:cubicBezTo>
                    <a:pt x="522282" y="140399"/>
                    <a:pt x="526528" y="157417"/>
                    <a:pt x="526528" y="165926"/>
                  </a:cubicBezTo>
                  <a:cubicBezTo>
                    <a:pt x="526528" y="170180"/>
                    <a:pt x="526528" y="170180"/>
                    <a:pt x="526528" y="170180"/>
                  </a:cubicBezTo>
                  <a:cubicBezTo>
                    <a:pt x="445850" y="170180"/>
                    <a:pt x="390650" y="199962"/>
                    <a:pt x="390650" y="255270"/>
                  </a:cubicBezTo>
                  <a:cubicBezTo>
                    <a:pt x="390650" y="293561"/>
                    <a:pt x="420373" y="323342"/>
                    <a:pt x="467081" y="323342"/>
                  </a:cubicBezTo>
                  <a:cubicBezTo>
                    <a:pt x="492559" y="323342"/>
                    <a:pt x="518036" y="314833"/>
                    <a:pt x="535021" y="297815"/>
                  </a:cubicBezTo>
                  <a:cubicBezTo>
                    <a:pt x="535021" y="297815"/>
                    <a:pt x="535021" y="297815"/>
                    <a:pt x="535021" y="297815"/>
                  </a:cubicBezTo>
                  <a:lnTo>
                    <a:pt x="539267" y="319088"/>
                  </a:lnTo>
                  <a:close/>
                  <a:moveTo>
                    <a:pt x="802531" y="319088"/>
                  </a:moveTo>
                  <a:cubicBezTo>
                    <a:pt x="874716" y="319088"/>
                    <a:pt x="874716" y="319088"/>
                    <a:pt x="874716" y="319088"/>
                  </a:cubicBezTo>
                  <a:cubicBezTo>
                    <a:pt x="874716" y="187198"/>
                    <a:pt x="874716" y="187198"/>
                    <a:pt x="874716" y="187198"/>
                  </a:cubicBezTo>
                  <a:cubicBezTo>
                    <a:pt x="874716" y="123381"/>
                    <a:pt x="840747" y="89345"/>
                    <a:pt x="789792" y="89345"/>
                  </a:cubicBezTo>
                  <a:cubicBezTo>
                    <a:pt x="751576" y="89345"/>
                    <a:pt x="730345" y="110617"/>
                    <a:pt x="717607" y="127635"/>
                  </a:cubicBezTo>
                  <a:cubicBezTo>
                    <a:pt x="717607" y="127635"/>
                    <a:pt x="717607" y="127635"/>
                    <a:pt x="717607" y="127635"/>
                  </a:cubicBezTo>
                  <a:cubicBezTo>
                    <a:pt x="713361" y="97854"/>
                    <a:pt x="713361" y="97854"/>
                    <a:pt x="713361" y="97854"/>
                  </a:cubicBezTo>
                  <a:cubicBezTo>
                    <a:pt x="649668" y="97854"/>
                    <a:pt x="649668" y="97854"/>
                    <a:pt x="649668" y="97854"/>
                  </a:cubicBezTo>
                  <a:cubicBezTo>
                    <a:pt x="653914" y="114872"/>
                    <a:pt x="653914" y="140399"/>
                    <a:pt x="653914" y="165926"/>
                  </a:cubicBezTo>
                  <a:cubicBezTo>
                    <a:pt x="653914" y="319088"/>
                    <a:pt x="653914" y="319088"/>
                    <a:pt x="653914" y="319088"/>
                  </a:cubicBezTo>
                  <a:cubicBezTo>
                    <a:pt x="726099" y="319088"/>
                    <a:pt x="726099" y="319088"/>
                    <a:pt x="726099" y="319088"/>
                  </a:cubicBezTo>
                  <a:cubicBezTo>
                    <a:pt x="726099" y="191453"/>
                    <a:pt x="726099" y="191453"/>
                    <a:pt x="726099" y="191453"/>
                  </a:cubicBezTo>
                  <a:cubicBezTo>
                    <a:pt x="726099" y="182944"/>
                    <a:pt x="726099" y="178689"/>
                    <a:pt x="726099" y="174435"/>
                  </a:cubicBezTo>
                  <a:cubicBezTo>
                    <a:pt x="734592" y="161671"/>
                    <a:pt x="743084" y="148908"/>
                    <a:pt x="764315" y="148908"/>
                  </a:cubicBezTo>
                  <a:cubicBezTo>
                    <a:pt x="789792" y="148908"/>
                    <a:pt x="802531" y="165926"/>
                    <a:pt x="802531" y="195707"/>
                  </a:cubicBezTo>
                  <a:lnTo>
                    <a:pt x="802531" y="319088"/>
                  </a:lnTo>
                  <a:close/>
                  <a:moveTo>
                    <a:pt x="929917" y="276543"/>
                  </a:moveTo>
                  <a:cubicBezTo>
                    <a:pt x="929917" y="310579"/>
                    <a:pt x="929917" y="327597"/>
                    <a:pt x="925670" y="340360"/>
                  </a:cubicBezTo>
                  <a:cubicBezTo>
                    <a:pt x="917178" y="353124"/>
                    <a:pt x="900193" y="361633"/>
                    <a:pt x="883208" y="365887"/>
                  </a:cubicBezTo>
                  <a:cubicBezTo>
                    <a:pt x="866224" y="425450"/>
                    <a:pt x="866224" y="425450"/>
                    <a:pt x="866224" y="425450"/>
                  </a:cubicBezTo>
                  <a:cubicBezTo>
                    <a:pt x="887455" y="425450"/>
                    <a:pt x="942655" y="416941"/>
                    <a:pt x="972379" y="391414"/>
                  </a:cubicBezTo>
                  <a:cubicBezTo>
                    <a:pt x="993610" y="370142"/>
                    <a:pt x="1006348" y="340360"/>
                    <a:pt x="1006348" y="293561"/>
                  </a:cubicBezTo>
                  <a:cubicBezTo>
                    <a:pt x="1006348" y="97854"/>
                    <a:pt x="1006348" y="97854"/>
                    <a:pt x="1006348" y="97854"/>
                  </a:cubicBezTo>
                  <a:cubicBezTo>
                    <a:pt x="929917" y="97854"/>
                    <a:pt x="929917" y="97854"/>
                    <a:pt x="929917" y="97854"/>
                  </a:cubicBezTo>
                  <a:lnTo>
                    <a:pt x="929917" y="276543"/>
                  </a:lnTo>
                  <a:close/>
                  <a:moveTo>
                    <a:pt x="1006348" y="34036"/>
                  </a:moveTo>
                  <a:cubicBezTo>
                    <a:pt x="1006348" y="12764"/>
                    <a:pt x="993610" y="0"/>
                    <a:pt x="968132" y="0"/>
                  </a:cubicBezTo>
                  <a:cubicBezTo>
                    <a:pt x="946901" y="0"/>
                    <a:pt x="929917" y="12764"/>
                    <a:pt x="929917" y="34036"/>
                  </a:cubicBezTo>
                  <a:cubicBezTo>
                    <a:pt x="929917" y="51054"/>
                    <a:pt x="942655" y="68072"/>
                    <a:pt x="968132" y="68072"/>
                  </a:cubicBezTo>
                  <a:cubicBezTo>
                    <a:pt x="993610" y="68072"/>
                    <a:pt x="1006348" y="51054"/>
                    <a:pt x="1006348" y="34036"/>
                  </a:cubicBezTo>
                  <a:moveTo>
                    <a:pt x="1129488" y="34036"/>
                  </a:moveTo>
                  <a:cubicBezTo>
                    <a:pt x="1129488" y="12764"/>
                    <a:pt x="1116749" y="0"/>
                    <a:pt x="1091272" y="0"/>
                  </a:cubicBezTo>
                  <a:cubicBezTo>
                    <a:pt x="1070041" y="0"/>
                    <a:pt x="1053056" y="12764"/>
                    <a:pt x="1053056" y="34036"/>
                  </a:cubicBezTo>
                  <a:cubicBezTo>
                    <a:pt x="1053056" y="51054"/>
                    <a:pt x="1070041" y="68072"/>
                    <a:pt x="1091272" y="68072"/>
                  </a:cubicBezTo>
                  <a:cubicBezTo>
                    <a:pt x="1116749" y="68072"/>
                    <a:pt x="1129488" y="51054"/>
                    <a:pt x="1129488" y="34036"/>
                  </a:cubicBezTo>
                  <a:moveTo>
                    <a:pt x="1329059" y="319088"/>
                  </a:moveTo>
                  <a:cubicBezTo>
                    <a:pt x="1405490" y="319088"/>
                    <a:pt x="1405490" y="319088"/>
                    <a:pt x="1405490" y="319088"/>
                  </a:cubicBezTo>
                  <a:cubicBezTo>
                    <a:pt x="1405490" y="187198"/>
                    <a:pt x="1405490" y="187198"/>
                    <a:pt x="1405490" y="187198"/>
                  </a:cubicBezTo>
                  <a:cubicBezTo>
                    <a:pt x="1405490" y="123381"/>
                    <a:pt x="1367275" y="89345"/>
                    <a:pt x="1320566" y="89345"/>
                  </a:cubicBezTo>
                  <a:cubicBezTo>
                    <a:pt x="1282351" y="89345"/>
                    <a:pt x="1256874" y="110617"/>
                    <a:pt x="1248381" y="127635"/>
                  </a:cubicBezTo>
                  <a:cubicBezTo>
                    <a:pt x="1248381" y="127635"/>
                    <a:pt x="1248381" y="127635"/>
                    <a:pt x="1248381" y="127635"/>
                  </a:cubicBezTo>
                  <a:cubicBezTo>
                    <a:pt x="1244135" y="97854"/>
                    <a:pt x="1244135" y="97854"/>
                    <a:pt x="1244135" y="97854"/>
                  </a:cubicBezTo>
                  <a:cubicBezTo>
                    <a:pt x="1180442" y="97854"/>
                    <a:pt x="1180442" y="97854"/>
                    <a:pt x="1180442" y="97854"/>
                  </a:cubicBezTo>
                  <a:cubicBezTo>
                    <a:pt x="1180442" y="114872"/>
                    <a:pt x="1180442" y="140399"/>
                    <a:pt x="1180442" y="165926"/>
                  </a:cubicBezTo>
                  <a:cubicBezTo>
                    <a:pt x="1180442" y="319088"/>
                    <a:pt x="1180442" y="319088"/>
                    <a:pt x="1180442" y="319088"/>
                  </a:cubicBezTo>
                  <a:cubicBezTo>
                    <a:pt x="1252627" y="319088"/>
                    <a:pt x="1252627" y="319088"/>
                    <a:pt x="1252627" y="319088"/>
                  </a:cubicBezTo>
                  <a:cubicBezTo>
                    <a:pt x="1252627" y="191453"/>
                    <a:pt x="1252627" y="191453"/>
                    <a:pt x="1252627" y="191453"/>
                  </a:cubicBezTo>
                  <a:cubicBezTo>
                    <a:pt x="1252627" y="182944"/>
                    <a:pt x="1256874" y="178689"/>
                    <a:pt x="1256874" y="174435"/>
                  </a:cubicBezTo>
                  <a:cubicBezTo>
                    <a:pt x="1261120" y="161671"/>
                    <a:pt x="1273858" y="148908"/>
                    <a:pt x="1295089" y="148908"/>
                  </a:cubicBezTo>
                  <a:cubicBezTo>
                    <a:pt x="1320566" y="148908"/>
                    <a:pt x="1329059" y="165926"/>
                    <a:pt x="1329059" y="195707"/>
                  </a:cubicBezTo>
                  <a:lnTo>
                    <a:pt x="1329059" y="319088"/>
                  </a:lnTo>
                  <a:close/>
                  <a:moveTo>
                    <a:pt x="1821617" y="182944"/>
                  </a:moveTo>
                  <a:cubicBezTo>
                    <a:pt x="1821617" y="12764"/>
                    <a:pt x="1821617" y="12764"/>
                    <a:pt x="1821617" y="12764"/>
                  </a:cubicBezTo>
                  <a:cubicBezTo>
                    <a:pt x="1749432" y="12764"/>
                    <a:pt x="1749432" y="12764"/>
                    <a:pt x="1749432" y="12764"/>
                  </a:cubicBezTo>
                  <a:cubicBezTo>
                    <a:pt x="1749432" y="187198"/>
                    <a:pt x="1749432" y="187198"/>
                    <a:pt x="1749432" y="187198"/>
                  </a:cubicBezTo>
                  <a:cubicBezTo>
                    <a:pt x="1749432" y="242507"/>
                    <a:pt x="1728201" y="268034"/>
                    <a:pt x="1689985" y="268034"/>
                  </a:cubicBezTo>
                  <a:cubicBezTo>
                    <a:pt x="1651770" y="268034"/>
                    <a:pt x="1630539" y="242507"/>
                    <a:pt x="1630539" y="187198"/>
                  </a:cubicBezTo>
                  <a:cubicBezTo>
                    <a:pt x="1630539" y="12764"/>
                    <a:pt x="1630539" y="12764"/>
                    <a:pt x="1630539" y="12764"/>
                  </a:cubicBezTo>
                  <a:cubicBezTo>
                    <a:pt x="1558353" y="12764"/>
                    <a:pt x="1558353" y="12764"/>
                    <a:pt x="1558353" y="12764"/>
                  </a:cubicBezTo>
                  <a:cubicBezTo>
                    <a:pt x="1558353" y="182944"/>
                    <a:pt x="1558353" y="182944"/>
                    <a:pt x="1558353" y="182944"/>
                  </a:cubicBezTo>
                  <a:cubicBezTo>
                    <a:pt x="1558353" y="280797"/>
                    <a:pt x="1605062" y="323342"/>
                    <a:pt x="1685739" y="323342"/>
                  </a:cubicBezTo>
                  <a:cubicBezTo>
                    <a:pt x="1770663" y="323342"/>
                    <a:pt x="1821617" y="280797"/>
                    <a:pt x="1821617" y="182944"/>
                  </a:cubicBezTo>
                  <a:moveTo>
                    <a:pt x="2025435" y="319088"/>
                  </a:moveTo>
                  <a:cubicBezTo>
                    <a:pt x="2097620" y="319088"/>
                    <a:pt x="2097620" y="319088"/>
                    <a:pt x="2097620" y="319088"/>
                  </a:cubicBezTo>
                  <a:cubicBezTo>
                    <a:pt x="2097620" y="187198"/>
                    <a:pt x="2097620" y="187198"/>
                    <a:pt x="2097620" y="187198"/>
                  </a:cubicBezTo>
                  <a:cubicBezTo>
                    <a:pt x="2097620" y="123381"/>
                    <a:pt x="2063651" y="89345"/>
                    <a:pt x="2012696" y="89345"/>
                  </a:cubicBezTo>
                  <a:cubicBezTo>
                    <a:pt x="1974480" y="89345"/>
                    <a:pt x="1953249" y="110617"/>
                    <a:pt x="1940511" y="127635"/>
                  </a:cubicBezTo>
                  <a:cubicBezTo>
                    <a:pt x="1940511" y="127635"/>
                    <a:pt x="1940511" y="127635"/>
                    <a:pt x="1940511" y="127635"/>
                  </a:cubicBezTo>
                  <a:cubicBezTo>
                    <a:pt x="1936265" y="97854"/>
                    <a:pt x="1936265" y="97854"/>
                    <a:pt x="1936265" y="97854"/>
                  </a:cubicBezTo>
                  <a:cubicBezTo>
                    <a:pt x="1872572" y="97854"/>
                    <a:pt x="1872572" y="97854"/>
                    <a:pt x="1872572" y="97854"/>
                  </a:cubicBezTo>
                  <a:cubicBezTo>
                    <a:pt x="1876818" y="114872"/>
                    <a:pt x="1876818" y="140399"/>
                    <a:pt x="1876818" y="165926"/>
                  </a:cubicBezTo>
                  <a:cubicBezTo>
                    <a:pt x="1876818" y="319088"/>
                    <a:pt x="1876818" y="319088"/>
                    <a:pt x="1876818" y="319088"/>
                  </a:cubicBezTo>
                  <a:cubicBezTo>
                    <a:pt x="1949003" y="319088"/>
                    <a:pt x="1949003" y="319088"/>
                    <a:pt x="1949003" y="319088"/>
                  </a:cubicBezTo>
                  <a:cubicBezTo>
                    <a:pt x="1949003" y="191453"/>
                    <a:pt x="1949003" y="191453"/>
                    <a:pt x="1949003" y="191453"/>
                  </a:cubicBezTo>
                  <a:cubicBezTo>
                    <a:pt x="1949003" y="182944"/>
                    <a:pt x="1949003" y="178689"/>
                    <a:pt x="1949003" y="174435"/>
                  </a:cubicBezTo>
                  <a:cubicBezTo>
                    <a:pt x="1957496" y="161671"/>
                    <a:pt x="1970234" y="148908"/>
                    <a:pt x="1987219" y="148908"/>
                  </a:cubicBezTo>
                  <a:cubicBezTo>
                    <a:pt x="2012696" y="148908"/>
                    <a:pt x="2025435" y="165926"/>
                    <a:pt x="2025435" y="195707"/>
                  </a:cubicBezTo>
                  <a:lnTo>
                    <a:pt x="2025435" y="319088"/>
                  </a:lnTo>
                  <a:close/>
                  <a:moveTo>
                    <a:pt x="2225006" y="34036"/>
                  </a:moveTo>
                  <a:cubicBezTo>
                    <a:pt x="2225006" y="12764"/>
                    <a:pt x="2208021" y="0"/>
                    <a:pt x="2186790" y="0"/>
                  </a:cubicBezTo>
                  <a:cubicBezTo>
                    <a:pt x="2161313" y="0"/>
                    <a:pt x="2148574" y="12764"/>
                    <a:pt x="2148574" y="34036"/>
                  </a:cubicBezTo>
                  <a:cubicBezTo>
                    <a:pt x="2148574" y="51054"/>
                    <a:pt x="2161313" y="68072"/>
                    <a:pt x="2186790" y="68072"/>
                  </a:cubicBezTo>
                  <a:cubicBezTo>
                    <a:pt x="2208021" y="68072"/>
                    <a:pt x="2225006" y="51054"/>
                    <a:pt x="2225006" y="34036"/>
                  </a:cubicBezTo>
                  <a:moveTo>
                    <a:pt x="2407592" y="319088"/>
                  </a:moveTo>
                  <a:cubicBezTo>
                    <a:pt x="2496762" y="97854"/>
                    <a:pt x="2496762" y="97854"/>
                    <a:pt x="2496762" y="97854"/>
                  </a:cubicBezTo>
                  <a:cubicBezTo>
                    <a:pt x="2420331" y="97854"/>
                    <a:pt x="2420331" y="97854"/>
                    <a:pt x="2420331" y="97854"/>
                  </a:cubicBezTo>
                  <a:cubicBezTo>
                    <a:pt x="2390607" y="199962"/>
                    <a:pt x="2390607" y="199962"/>
                    <a:pt x="2390607" y="199962"/>
                  </a:cubicBezTo>
                  <a:cubicBezTo>
                    <a:pt x="2382115" y="221234"/>
                    <a:pt x="2382115" y="238252"/>
                    <a:pt x="2377869" y="255270"/>
                  </a:cubicBezTo>
                  <a:cubicBezTo>
                    <a:pt x="2373623" y="255270"/>
                    <a:pt x="2373623" y="255270"/>
                    <a:pt x="2373623" y="255270"/>
                  </a:cubicBezTo>
                  <a:cubicBezTo>
                    <a:pt x="2369377" y="238252"/>
                    <a:pt x="2365130" y="221234"/>
                    <a:pt x="2360884" y="199962"/>
                  </a:cubicBezTo>
                  <a:cubicBezTo>
                    <a:pt x="2331161" y="97854"/>
                    <a:pt x="2331161" y="97854"/>
                    <a:pt x="2331161" y="97854"/>
                  </a:cubicBezTo>
                  <a:cubicBezTo>
                    <a:pt x="2250483" y="97854"/>
                    <a:pt x="2250483" y="97854"/>
                    <a:pt x="2250483" y="97854"/>
                  </a:cubicBezTo>
                  <a:cubicBezTo>
                    <a:pt x="2335407" y="319088"/>
                    <a:pt x="2335407" y="319088"/>
                    <a:pt x="2335407" y="319088"/>
                  </a:cubicBezTo>
                  <a:lnTo>
                    <a:pt x="2407592" y="319088"/>
                  </a:lnTo>
                  <a:close/>
                  <a:moveTo>
                    <a:pt x="2658118" y="182944"/>
                  </a:moveTo>
                  <a:cubicBezTo>
                    <a:pt x="2573194" y="182944"/>
                    <a:pt x="2573194" y="182944"/>
                    <a:pt x="2573194" y="182944"/>
                  </a:cubicBezTo>
                  <a:cubicBezTo>
                    <a:pt x="2573194" y="165926"/>
                    <a:pt x="2585932" y="136144"/>
                    <a:pt x="2615656" y="136144"/>
                  </a:cubicBezTo>
                  <a:cubicBezTo>
                    <a:pt x="2649625" y="136144"/>
                    <a:pt x="2658118" y="165926"/>
                    <a:pt x="2658118" y="182944"/>
                  </a:cubicBezTo>
                  <a:moveTo>
                    <a:pt x="2721811" y="229743"/>
                  </a:moveTo>
                  <a:cubicBezTo>
                    <a:pt x="2721811" y="225489"/>
                    <a:pt x="2726057" y="212725"/>
                    <a:pt x="2726057" y="204216"/>
                  </a:cubicBezTo>
                  <a:cubicBezTo>
                    <a:pt x="2726057" y="148908"/>
                    <a:pt x="2696333" y="89345"/>
                    <a:pt x="2619902" y="89345"/>
                  </a:cubicBezTo>
                  <a:cubicBezTo>
                    <a:pt x="2539224" y="89345"/>
                    <a:pt x="2501009" y="153162"/>
                    <a:pt x="2501009" y="208471"/>
                  </a:cubicBezTo>
                  <a:cubicBezTo>
                    <a:pt x="2501009" y="280797"/>
                    <a:pt x="2547717" y="323342"/>
                    <a:pt x="2628394" y="323342"/>
                  </a:cubicBezTo>
                  <a:cubicBezTo>
                    <a:pt x="2658118" y="323342"/>
                    <a:pt x="2687841" y="319088"/>
                    <a:pt x="2713318" y="310579"/>
                  </a:cubicBezTo>
                  <a:cubicBezTo>
                    <a:pt x="2700580" y="263779"/>
                    <a:pt x="2700580" y="263779"/>
                    <a:pt x="2700580" y="263779"/>
                  </a:cubicBezTo>
                  <a:cubicBezTo>
                    <a:pt x="2683595" y="268034"/>
                    <a:pt x="2662364" y="272288"/>
                    <a:pt x="2636887" y="272288"/>
                  </a:cubicBezTo>
                  <a:cubicBezTo>
                    <a:pt x="2602917" y="272288"/>
                    <a:pt x="2573194" y="259525"/>
                    <a:pt x="2573194" y="229743"/>
                  </a:cubicBezTo>
                  <a:lnTo>
                    <a:pt x="2721811" y="229743"/>
                  </a:lnTo>
                  <a:close/>
                  <a:moveTo>
                    <a:pt x="2900151" y="157417"/>
                  </a:moveTo>
                  <a:cubicBezTo>
                    <a:pt x="2912889" y="93599"/>
                    <a:pt x="2912889" y="93599"/>
                    <a:pt x="2912889" y="93599"/>
                  </a:cubicBezTo>
                  <a:cubicBezTo>
                    <a:pt x="2908643" y="93599"/>
                    <a:pt x="2900151" y="89345"/>
                    <a:pt x="2891658" y="89345"/>
                  </a:cubicBezTo>
                  <a:cubicBezTo>
                    <a:pt x="2870427" y="89345"/>
                    <a:pt x="2840704" y="106363"/>
                    <a:pt x="2832212" y="136144"/>
                  </a:cubicBezTo>
                  <a:cubicBezTo>
                    <a:pt x="2827966" y="136144"/>
                    <a:pt x="2827966" y="136144"/>
                    <a:pt x="2827966" y="136144"/>
                  </a:cubicBezTo>
                  <a:cubicBezTo>
                    <a:pt x="2823719" y="97854"/>
                    <a:pt x="2823719" y="97854"/>
                    <a:pt x="2823719" y="97854"/>
                  </a:cubicBezTo>
                  <a:cubicBezTo>
                    <a:pt x="2764273" y="97854"/>
                    <a:pt x="2764273" y="97854"/>
                    <a:pt x="2764273" y="97854"/>
                  </a:cubicBezTo>
                  <a:cubicBezTo>
                    <a:pt x="2764273" y="114872"/>
                    <a:pt x="2764273" y="136144"/>
                    <a:pt x="2764273" y="170180"/>
                  </a:cubicBezTo>
                  <a:cubicBezTo>
                    <a:pt x="2764273" y="319088"/>
                    <a:pt x="2764273" y="319088"/>
                    <a:pt x="2764273" y="319088"/>
                  </a:cubicBezTo>
                  <a:cubicBezTo>
                    <a:pt x="2836458" y="319088"/>
                    <a:pt x="2836458" y="319088"/>
                    <a:pt x="2836458" y="319088"/>
                  </a:cubicBezTo>
                  <a:cubicBezTo>
                    <a:pt x="2836458" y="208471"/>
                    <a:pt x="2836458" y="208471"/>
                    <a:pt x="2836458" y="208471"/>
                  </a:cubicBezTo>
                  <a:cubicBezTo>
                    <a:pt x="2836458" y="199962"/>
                    <a:pt x="2836458" y="195707"/>
                    <a:pt x="2840704" y="191453"/>
                  </a:cubicBezTo>
                  <a:cubicBezTo>
                    <a:pt x="2844950" y="170180"/>
                    <a:pt x="2861935" y="157417"/>
                    <a:pt x="2887412" y="157417"/>
                  </a:cubicBezTo>
                  <a:cubicBezTo>
                    <a:pt x="2895905" y="157417"/>
                    <a:pt x="2891658" y="153162"/>
                    <a:pt x="2900151" y="157417"/>
                  </a:cubicBezTo>
                  <a:moveTo>
                    <a:pt x="3006306" y="157417"/>
                  </a:moveTo>
                  <a:cubicBezTo>
                    <a:pt x="3006306" y="144653"/>
                    <a:pt x="3014798" y="140399"/>
                    <a:pt x="3031783" y="140399"/>
                  </a:cubicBezTo>
                  <a:cubicBezTo>
                    <a:pt x="3053014" y="140399"/>
                    <a:pt x="3074245" y="144653"/>
                    <a:pt x="3082737" y="153162"/>
                  </a:cubicBezTo>
                  <a:cubicBezTo>
                    <a:pt x="3095476" y="102108"/>
                    <a:pt x="3095476" y="102108"/>
                    <a:pt x="3095476" y="102108"/>
                  </a:cubicBezTo>
                  <a:cubicBezTo>
                    <a:pt x="3082737" y="97854"/>
                    <a:pt x="3057260" y="89345"/>
                    <a:pt x="3031783" y="89345"/>
                  </a:cubicBezTo>
                  <a:cubicBezTo>
                    <a:pt x="2972336" y="89345"/>
                    <a:pt x="2934120" y="123381"/>
                    <a:pt x="2934120" y="165926"/>
                  </a:cubicBezTo>
                  <a:cubicBezTo>
                    <a:pt x="2934120" y="191453"/>
                    <a:pt x="2955351" y="216980"/>
                    <a:pt x="3002059" y="229743"/>
                  </a:cubicBezTo>
                  <a:cubicBezTo>
                    <a:pt x="3031783" y="238252"/>
                    <a:pt x="3036029" y="246761"/>
                    <a:pt x="3036029" y="259525"/>
                  </a:cubicBezTo>
                  <a:cubicBezTo>
                    <a:pt x="3036029" y="268034"/>
                    <a:pt x="3027537" y="276543"/>
                    <a:pt x="3006306" y="276543"/>
                  </a:cubicBezTo>
                  <a:cubicBezTo>
                    <a:pt x="2985075" y="276543"/>
                    <a:pt x="2955351" y="268034"/>
                    <a:pt x="2942613" y="259525"/>
                  </a:cubicBezTo>
                  <a:cubicBezTo>
                    <a:pt x="2929874" y="310579"/>
                    <a:pt x="2929874" y="310579"/>
                    <a:pt x="2929874" y="310579"/>
                  </a:cubicBezTo>
                  <a:cubicBezTo>
                    <a:pt x="2946859" y="319088"/>
                    <a:pt x="2976582" y="323342"/>
                    <a:pt x="3006306" y="323342"/>
                  </a:cubicBezTo>
                  <a:cubicBezTo>
                    <a:pt x="3074245" y="323342"/>
                    <a:pt x="3108214" y="293561"/>
                    <a:pt x="3108214" y="251016"/>
                  </a:cubicBezTo>
                  <a:cubicBezTo>
                    <a:pt x="3108214" y="221234"/>
                    <a:pt x="3086983" y="195707"/>
                    <a:pt x="3044521" y="182944"/>
                  </a:cubicBezTo>
                  <a:cubicBezTo>
                    <a:pt x="3014798" y="174435"/>
                    <a:pt x="3006306" y="165926"/>
                    <a:pt x="3006306" y="157417"/>
                  </a:cubicBezTo>
                  <a:moveTo>
                    <a:pt x="3222862" y="34036"/>
                  </a:moveTo>
                  <a:cubicBezTo>
                    <a:pt x="3218615" y="12764"/>
                    <a:pt x="3205877" y="0"/>
                    <a:pt x="3184646" y="0"/>
                  </a:cubicBezTo>
                  <a:cubicBezTo>
                    <a:pt x="3159169" y="0"/>
                    <a:pt x="3142184" y="12764"/>
                    <a:pt x="3142184" y="34036"/>
                  </a:cubicBezTo>
                  <a:cubicBezTo>
                    <a:pt x="3142184" y="51054"/>
                    <a:pt x="3159169" y="68072"/>
                    <a:pt x="3180400" y="68072"/>
                  </a:cubicBezTo>
                  <a:cubicBezTo>
                    <a:pt x="3205877" y="68072"/>
                    <a:pt x="3222862" y="51054"/>
                    <a:pt x="3222862" y="34036"/>
                  </a:cubicBezTo>
                  <a:moveTo>
                    <a:pt x="3354494" y="229743"/>
                  </a:moveTo>
                  <a:cubicBezTo>
                    <a:pt x="3354494" y="148908"/>
                    <a:pt x="3354494" y="148908"/>
                    <a:pt x="3354494" y="148908"/>
                  </a:cubicBezTo>
                  <a:cubicBezTo>
                    <a:pt x="3405448" y="148908"/>
                    <a:pt x="3405448" y="148908"/>
                    <a:pt x="3405448" y="148908"/>
                  </a:cubicBezTo>
                  <a:cubicBezTo>
                    <a:pt x="3405448" y="97854"/>
                    <a:pt x="3405448" y="97854"/>
                    <a:pt x="3405448" y="97854"/>
                  </a:cubicBezTo>
                  <a:cubicBezTo>
                    <a:pt x="3354494" y="97854"/>
                    <a:pt x="3354494" y="97854"/>
                    <a:pt x="3354494" y="97854"/>
                  </a:cubicBezTo>
                  <a:cubicBezTo>
                    <a:pt x="3354494" y="68072"/>
                    <a:pt x="3354494" y="68072"/>
                    <a:pt x="3354494" y="68072"/>
                  </a:cubicBezTo>
                  <a:cubicBezTo>
                    <a:pt x="3282308" y="68072"/>
                    <a:pt x="3282308" y="68072"/>
                    <a:pt x="3282308" y="68072"/>
                  </a:cubicBezTo>
                  <a:cubicBezTo>
                    <a:pt x="3282308" y="97854"/>
                    <a:pt x="3282308" y="97854"/>
                    <a:pt x="3282308" y="97854"/>
                  </a:cubicBezTo>
                  <a:cubicBezTo>
                    <a:pt x="3248339" y="97854"/>
                    <a:pt x="3248339" y="97854"/>
                    <a:pt x="3248339" y="97854"/>
                  </a:cubicBezTo>
                  <a:cubicBezTo>
                    <a:pt x="3248339" y="148908"/>
                    <a:pt x="3248339" y="148908"/>
                    <a:pt x="3248339" y="148908"/>
                  </a:cubicBezTo>
                  <a:cubicBezTo>
                    <a:pt x="3282308" y="148908"/>
                    <a:pt x="3282308" y="148908"/>
                    <a:pt x="3282308" y="148908"/>
                  </a:cubicBezTo>
                  <a:cubicBezTo>
                    <a:pt x="3282308" y="238252"/>
                    <a:pt x="3282308" y="238252"/>
                    <a:pt x="3282308" y="238252"/>
                  </a:cubicBezTo>
                  <a:cubicBezTo>
                    <a:pt x="3282308" y="272288"/>
                    <a:pt x="3286555" y="293561"/>
                    <a:pt x="3299293" y="306324"/>
                  </a:cubicBezTo>
                  <a:cubicBezTo>
                    <a:pt x="3312032" y="314833"/>
                    <a:pt x="3333263" y="323342"/>
                    <a:pt x="3354494" y="323342"/>
                  </a:cubicBezTo>
                  <a:cubicBezTo>
                    <a:pt x="3375725" y="323342"/>
                    <a:pt x="3388463" y="323342"/>
                    <a:pt x="3396956" y="319088"/>
                  </a:cubicBezTo>
                  <a:cubicBezTo>
                    <a:pt x="3409694" y="263779"/>
                    <a:pt x="3409694" y="263779"/>
                    <a:pt x="3409694" y="263779"/>
                  </a:cubicBezTo>
                  <a:cubicBezTo>
                    <a:pt x="3405448" y="268034"/>
                    <a:pt x="3392709" y="268034"/>
                    <a:pt x="3379971" y="268034"/>
                  </a:cubicBezTo>
                  <a:cubicBezTo>
                    <a:pt x="3358740" y="268034"/>
                    <a:pt x="3354494" y="255270"/>
                    <a:pt x="3354494" y="229743"/>
                  </a:cubicBezTo>
                  <a:moveTo>
                    <a:pt x="3668712" y="97854"/>
                  </a:moveTo>
                  <a:cubicBezTo>
                    <a:pt x="3592281" y="97854"/>
                    <a:pt x="3592281" y="97854"/>
                    <a:pt x="3592281" y="97854"/>
                  </a:cubicBezTo>
                  <a:cubicBezTo>
                    <a:pt x="3562557" y="204216"/>
                    <a:pt x="3562557" y="204216"/>
                    <a:pt x="3562557" y="204216"/>
                  </a:cubicBezTo>
                  <a:cubicBezTo>
                    <a:pt x="3562557" y="221234"/>
                    <a:pt x="3558311" y="233998"/>
                    <a:pt x="3554065" y="246761"/>
                  </a:cubicBezTo>
                  <a:cubicBezTo>
                    <a:pt x="3554065" y="246761"/>
                    <a:pt x="3554065" y="246761"/>
                    <a:pt x="3554065" y="246761"/>
                  </a:cubicBezTo>
                  <a:cubicBezTo>
                    <a:pt x="3549819" y="238252"/>
                    <a:pt x="3545572" y="221234"/>
                    <a:pt x="3541326" y="208471"/>
                  </a:cubicBezTo>
                  <a:cubicBezTo>
                    <a:pt x="3507357" y="97854"/>
                    <a:pt x="3507357" y="97854"/>
                    <a:pt x="3507357" y="97854"/>
                  </a:cubicBezTo>
                  <a:cubicBezTo>
                    <a:pt x="3426679" y="97854"/>
                    <a:pt x="3426679" y="97854"/>
                    <a:pt x="3426679" y="97854"/>
                  </a:cubicBezTo>
                  <a:cubicBezTo>
                    <a:pt x="3511603" y="302070"/>
                    <a:pt x="3511603" y="302070"/>
                    <a:pt x="3511603" y="302070"/>
                  </a:cubicBezTo>
                  <a:cubicBezTo>
                    <a:pt x="3511603" y="306324"/>
                    <a:pt x="3515849" y="310579"/>
                    <a:pt x="3515849" y="314833"/>
                  </a:cubicBezTo>
                  <a:cubicBezTo>
                    <a:pt x="3515849" y="314833"/>
                    <a:pt x="3511603" y="319088"/>
                    <a:pt x="3511603" y="323342"/>
                  </a:cubicBezTo>
                  <a:cubicBezTo>
                    <a:pt x="3503110" y="331851"/>
                    <a:pt x="3481879" y="357378"/>
                    <a:pt x="3456402" y="365887"/>
                  </a:cubicBezTo>
                  <a:cubicBezTo>
                    <a:pt x="3439418" y="425450"/>
                    <a:pt x="3439418" y="425450"/>
                    <a:pt x="3439418" y="425450"/>
                  </a:cubicBezTo>
                  <a:cubicBezTo>
                    <a:pt x="3477633" y="425450"/>
                    <a:pt x="3507357" y="412687"/>
                    <a:pt x="3532834" y="391414"/>
                  </a:cubicBezTo>
                  <a:cubicBezTo>
                    <a:pt x="3558311" y="370142"/>
                    <a:pt x="3583788" y="331851"/>
                    <a:pt x="3617758" y="242507"/>
                  </a:cubicBezTo>
                  <a:lnTo>
                    <a:pt x="3668712" y="978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>
            <a:xfrm>
              <a:off x="3633788" y="746125"/>
              <a:ext cx="823912" cy="952500"/>
            </a:xfrm>
            <a:custGeom>
              <a:avLst/>
              <a:gdLst>
                <a:gd name="T0" fmla="*/ 187 w 194"/>
                <a:gd name="T1" fmla="*/ 177 h 224"/>
                <a:gd name="T2" fmla="*/ 173 w 194"/>
                <a:gd name="T3" fmla="*/ 178 h 224"/>
                <a:gd name="T4" fmla="*/ 152 w 194"/>
                <a:gd name="T5" fmla="*/ 178 h 224"/>
                <a:gd name="T6" fmla="*/ 142 w 194"/>
                <a:gd name="T7" fmla="*/ 166 h 224"/>
                <a:gd name="T8" fmla="*/ 115 w 194"/>
                <a:gd name="T9" fmla="*/ 128 h 224"/>
                <a:gd name="T10" fmla="*/ 101 w 194"/>
                <a:gd name="T11" fmla="*/ 98 h 224"/>
                <a:gd name="T12" fmla="*/ 122 w 194"/>
                <a:gd name="T13" fmla="*/ 83 h 224"/>
                <a:gd name="T14" fmla="*/ 137 w 194"/>
                <a:gd name="T15" fmla="*/ 68 h 224"/>
                <a:gd name="T16" fmla="*/ 132 w 194"/>
                <a:gd name="T17" fmla="*/ 65 h 224"/>
                <a:gd name="T18" fmla="*/ 112 w 194"/>
                <a:gd name="T19" fmla="*/ 67 h 224"/>
                <a:gd name="T20" fmla="*/ 106 w 194"/>
                <a:gd name="T21" fmla="*/ 69 h 224"/>
                <a:gd name="T22" fmla="*/ 100 w 194"/>
                <a:gd name="T23" fmla="*/ 69 h 224"/>
                <a:gd name="T24" fmla="*/ 98 w 194"/>
                <a:gd name="T25" fmla="*/ 66 h 224"/>
                <a:gd name="T26" fmla="*/ 93 w 194"/>
                <a:gd name="T27" fmla="*/ 58 h 224"/>
                <a:gd name="T28" fmla="*/ 118 w 194"/>
                <a:gd name="T29" fmla="*/ 46 h 224"/>
                <a:gd name="T30" fmla="*/ 138 w 194"/>
                <a:gd name="T31" fmla="*/ 27 h 224"/>
                <a:gd name="T32" fmla="*/ 149 w 194"/>
                <a:gd name="T33" fmla="*/ 16 h 224"/>
                <a:gd name="T34" fmla="*/ 152 w 194"/>
                <a:gd name="T35" fmla="*/ 9 h 224"/>
                <a:gd name="T36" fmla="*/ 149 w 194"/>
                <a:gd name="T37" fmla="*/ 2 h 224"/>
                <a:gd name="T38" fmla="*/ 136 w 194"/>
                <a:gd name="T39" fmla="*/ 3 h 224"/>
                <a:gd name="T40" fmla="*/ 122 w 194"/>
                <a:gd name="T41" fmla="*/ 6 h 224"/>
                <a:gd name="T42" fmla="*/ 114 w 194"/>
                <a:gd name="T43" fmla="*/ 10 h 224"/>
                <a:gd name="T44" fmla="*/ 90 w 194"/>
                <a:gd name="T45" fmla="*/ 21 h 224"/>
                <a:gd name="T46" fmla="*/ 74 w 194"/>
                <a:gd name="T47" fmla="*/ 26 h 224"/>
                <a:gd name="T48" fmla="*/ 67 w 194"/>
                <a:gd name="T49" fmla="*/ 30 h 224"/>
                <a:gd name="T50" fmla="*/ 69 w 194"/>
                <a:gd name="T51" fmla="*/ 37 h 224"/>
                <a:gd name="T52" fmla="*/ 75 w 194"/>
                <a:gd name="T53" fmla="*/ 45 h 224"/>
                <a:gd name="T54" fmla="*/ 82 w 194"/>
                <a:gd name="T55" fmla="*/ 50 h 224"/>
                <a:gd name="T56" fmla="*/ 75 w 194"/>
                <a:gd name="T57" fmla="*/ 50 h 224"/>
                <a:gd name="T58" fmla="*/ 72 w 194"/>
                <a:gd name="T59" fmla="*/ 59 h 224"/>
                <a:gd name="T60" fmla="*/ 72 w 194"/>
                <a:gd name="T61" fmla="*/ 75 h 224"/>
                <a:gd name="T62" fmla="*/ 71 w 194"/>
                <a:gd name="T63" fmla="*/ 87 h 224"/>
                <a:gd name="T64" fmla="*/ 69 w 194"/>
                <a:gd name="T65" fmla="*/ 102 h 224"/>
                <a:gd name="T66" fmla="*/ 26 w 194"/>
                <a:gd name="T67" fmla="*/ 131 h 224"/>
                <a:gd name="T68" fmla="*/ 8 w 194"/>
                <a:gd name="T69" fmla="*/ 128 h 224"/>
                <a:gd name="T70" fmla="*/ 15 w 194"/>
                <a:gd name="T71" fmla="*/ 154 h 224"/>
                <a:gd name="T72" fmla="*/ 26 w 194"/>
                <a:gd name="T73" fmla="*/ 163 h 224"/>
                <a:gd name="T74" fmla="*/ 52 w 194"/>
                <a:gd name="T75" fmla="*/ 153 h 224"/>
                <a:gd name="T76" fmla="*/ 68 w 194"/>
                <a:gd name="T77" fmla="*/ 129 h 224"/>
                <a:gd name="T78" fmla="*/ 57 w 194"/>
                <a:gd name="T79" fmla="*/ 177 h 224"/>
                <a:gd name="T80" fmla="*/ 24 w 194"/>
                <a:gd name="T81" fmla="*/ 207 h 224"/>
                <a:gd name="T82" fmla="*/ 2 w 194"/>
                <a:gd name="T83" fmla="*/ 212 h 224"/>
                <a:gd name="T84" fmla="*/ 36 w 194"/>
                <a:gd name="T85" fmla="*/ 222 h 224"/>
                <a:gd name="T86" fmla="*/ 58 w 194"/>
                <a:gd name="T87" fmla="*/ 205 h 224"/>
                <a:gd name="T88" fmla="*/ 78 w 194"/>
                <a:gd name="T89" fmla="*/ 175 h 224"/>
                <a:gd name="T90" fmla="*/ 84 w 194"/>
                <a:gd name="T91" fmla="*/ 145 h 224"/>
                <a:gd name="T92" fmla="*/ 87 w 194"/>
                <a:gd name="T93" fmla="*/ 131 h 224"/>
                <a:gd name="T94" fmla="*/ 92 w 194"/>
                <a:gd name="T95" fmla="*/ 105 h 224"/>
                <a:gd name="T96" fmla="*/ 106 w 194"/>
                <a:gd name="T97" fmla="*/ 163 h 224"/>
                <a:gd name="T98" fmla="*/ 136 w 194"/>
                <a:gd name="T99" fmla="*/ 205 h 224"/>
                <a:gd name="T100" fmla="*/ 160 w 194"/>
                <a:gd name="T101" fmla="*/ 196 h 224"/>
                <a:gd name="T102" fmla="*/ 186 w 194"/>
                <a:gd name="T103" fmla="*/ 186 h 224"/>
                <a:gd name="T104" fmla="*/ 187 w 194"/>
                <a:gd name="T105" fmla="*/ 177 h 224"/>
                <a:gd name="T106" fmla="*/ 98 w 194"/>
                <a:gd name="T107" fmla="*/ 77 h 224"/>
                <a:gd name="T108" fmla="*/ 99 w 194"/>
                <a:gd name="T109" fmla="*/ 75 h 224"/>
                <a:gd name="T110" fmla="*/ 106 w 194"/>
                <a:gd name="T111" fmla="*/ 79 h 224"/>
                <a:gd name="T112" fmla="*/ 97 w 194"/>
                <a:gd name="T113" fmla="*/ 85 h 224"/>
                <a:gd name="T114" fmla="*/ 98 w 194"/>
                <a:gd name="T115" fmla="*/ 77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23912" h="952500">
                  <a:moveTo>
                    <a:pt x="794183" y="752645"/>
                  </a:moveTo>
                  <a:cubicBezTo>
                    <a:pt x="777195" y="752645"/>
                    <a:pt x="772948" y="752645"/>
                    <a:pt x="734726" y="756897"/>
                  </a:cubicBezTo>
                  <a:cubicBezTo>
                    <a:pt x="700750" y="761150"/>
                    <a:pt x="649786" y="761150"/>
                    <a:pt x="645539" y="756897"/>
                  </a:cubicBezTo>
                  <a:cubicBezTo>
                    <a:pt x="641292" y="752645"/>
                    <a:pt x="615811" y="727132"/>
                    <a:pt x="603070" y="705871"/>
                  </a:cubicBezTo>
                  <a:cubicBezTo>
                    <a:pt x="586082" y="684609"/>
                    <a:pt x="509636" y="582556"/>
                    <a:pt x="488401" y="544286"/>
                  </a:cubicBezTo>
                  <a:cubicBezTo>
                    <a:pt x="467167" y="510268"/>
                    <a:pt x="428944" y="416719"/>
                    <a:pt x="428944" y="416719"/>
                  </a:cubicBezTo>
                  <a:cubicBezTo>
                    <a:pt x="428944" y="416719"/>
                    <a:pt x="462920" y="382701"/>
                    <a:pt x="518130" y="352935"/>
                  </a:cubicBezTo>
                  <a:cubicBezTo>
                    <a:pt x="577588" y="318917"/>
                    <a:pt x="581835" y="301908"/>
                    <a:pt x="581835" y="289152"/>
                  </a:cubicBezTo>
                  <a:cubicBezTo>
                    <a:pt x="586082" y="276395"/>
                    <a:pt x="586082" y="263638"/>
                    <a:pt x="560600" y="276395"/>
                  </a:cubicBezTo>
                  <a:cubicBezTo>
                    <a:pt x="535118" y="284900"/>
                    <a:pt x="479908" y="284900"/>
                    <a:pt x="475661" y="284900"/>
                  </a:cubicBezTo>
                  <a:cubicBezTo>
                    <a:pt x="471414" y="284900"/>
                    <a:pt x="462920" y="284900"/>
                    <a:pt x="450179" y="293404"/>
                  </a:cubicBezTo>
                  <a:cubicBezTo>
                    <a:pt x="441685" y="297656"/>
                    <a:pt x="424697" y="293404"/>
                    <a:pt x="424697" y="293404"/>
                  </a:cubicBezTo>
                  <a:cubicBezTo>
                    <a:pt x="424697" y="293404"/>
                    <a:pt x="416203" y="289152"/>
                    <a:pt x="416203" y="280647"/>
                  </a:cubicBezTo>
                  <a:cubicBezTo>
                    <a:pt x="416203" y="267891"/>
                    <a:pt x="394968" y="246629"/>
                    <a:pt x="394968" y="246629"/>
                  </a:cubicBezTo>
                  <a:cubicBezTo>
                    <a:pt x="420450" y="255134"/>
                    <a:pt x="479908" y="216864"/>
                    <a:pt x="501142" y="195603"/>
                  </a:cubicBezTo>
                  <a:cubicBezTo>
                    <a:pt x="526624" y="170089"/>
                    <a:pt x="569094" y="131819"/>
                    <a:pt x="586082" y="114810"/>
                  </a:cubicBezTo>
                  <a:cubicBezTo>
                    <a:pt x="598823" y="97801"/>
                    <a:pt x="620057" y="102054"/>
                    <a:pt x="632798" y="68036"/>
                  </a:cubicBezTo>
                  <a:cubicBezTo>
                    <a:pt x="641292" y="46775"/>
                    <a:pt x="637045" y="63783"/>
                    <a:pt x="645539" y="38270"/>
                  </a:cubicBezTo>
                  <a:cubicBezTo>
                    <a:pt x="654033" y="12757"/>
                    <a:pt x="645539" y="12757"/>
                    <a:pt x="632798" y="8504"/>
                  </a:cubicBezTo>
                  <a:cubicBezTo>
                    <a:pt x="620057" y="0"/>
                    <a:pt x="598823" y="8504"/>
                    <a:pt x="577588" y="12757"/>
                  </a:cubicBezTo>
                  <a:cubicBezTo>
                    <a:pt x="556353" y="17009"/>
                    <a:pt x="530871" y="21261"/>
                    <a:pt x="518130" y="25513"/>
                  </a:cubicBezTo>
                  <a:cubicBezTo>
                    <a:pt x="505389" y="25513"/>
                    <a:pt x="513883" y="25513"/>
                    <a:pt x="484154" y="42522"/>
                  </a:cubicBezTo>
                  <a:cubicBezTo>
                    <a:pt x="458673" y="59531"/>
                    <a:pt x="420450" y="72288"/>
                    <a:pt x="382227" y="89297"/>
                  </a:cubicBezTo>
                  <a:cubicBezTo>
                    <a:pt x="344004" y="106306"/>
                    <a:pt x="327017" y="110558"/>
                    <a:pt x="314276" y="110558"/>
                  </a:cubicBezTo>
                  <a:cubicBezTo>
                    <a:pt x="305782" y="110558"/>
                    <a:pt x="293041" y="106306"/>
                    <a:pt x="284547" y="127567"/>
                  </a:cubicBezTo>
                  <a:cubicBezTo>
                    <a:pt x="276053" y="140324"/>
                    <a:pt x="284547" y="148828"/>
                    <a:pt x="293041" y="157333"/>
                  </a:cubicBezTo>
                  <a:cubicBezTo>
                    <a:pt x="305782" y="170089"/>
                    <a:pt x="310029" y="178594"/>
                    <a:pt x="318523" y="191350"/>
                  </a:cubicBezTo>
                  <a:cubicBezTo>
                    <a:pt x="327017" y="199855"/>
                    <a:pt x="339758" y="204107"/>
                    <a:pt x="348251" y="212612"/>
                  </a:cubicBezTo>
                  <a:cubicBezTo>
                    <a:pt x="348251" y="212612"/>
                    <a:pt x="335511" y="212612"/>
                    <a:pt x="318523" y="212612"/>
                  </a:cubicBezTo>
                  <a:cubicBezTo>
                    <a:pt x="301535" y="216864"/>
                    <a:pt x="305782" y="238125"/>
                    <a:pt x="305782" y="250882"/>
                  </a:cubicBezTo>
                  <a:cubicBezTo>
                    <a:pt x="305782" y="263638"/>
                    <a:pt x="310029" y="306161"/>
                    <a:pt x="305782" y="318917"/>
                  </a:cubicBezTo>
                  <a:cubicBezTo>
                    <a:pt x="301535" y="331674"/>
                    <a:pt x="301535" y="352935"/>
                    <a:pt x="301535" y="369944"/>
                  </a:cubicBezTo>
                  <a:cubicBezTo>
                    <a:pt x="301535" y="386953"/>
                    <a:pt x="293041" y="433728"/>
                    <a:pt x="293041" y="433728"/>
                  </a:cubicBezTo>
                  <a:cubicBezTo>
                    <a:pt x="276053" y="450737"/>
                    <a:pt x="135903" y="540033"/>
                    <a:pt x="110421" y="557042"/>
                  </a:cubicBezTo>
                  <a:cubicBezTo>
                    <a:pt x="84939" y="569799"/>
                    <a:pt x="33976" y="544286"/>
                    <a:pt x="33976" y="544286"/>
                  </a:cubicBezTo>
                  <a:cubicBezTo>
                    <a:pt x="16988" y="574051"/>
                    <a:pt x="42470" y="633583"/>
                    <a:pt x="63705" y="654844"/>
                  </a:cubicBezTo>
                  <a:cubicBezTo>
                    <a:pt x="76445" y="671853"/>
                    <a:pt x="93433" y="684609"/>
                    <a:pt x="110421" y="693114"/>
                  </a:cubicBezTo>
                  <a:cubicBezTo>
                    <a:pt x="140150" y="705871"/>
                    <a:pt x="186867" y="688862"/>
                    <a:pt x="220842" y="650592"/>
                  </a:cubicBezTo>
                  <a:cubicBezTo>
                    <a:pt x="250571" y="612321"/>
                    <a:pt x="288794" y="548538"/>
                    <a:pt x="288794" y="548538"/>
                  </a:cubicBezTo>
                  <a:cubicBezTo>
                    <a:pt x="293041" y="599565"/>
                    <a:pt x="288794" y="637835"/>
                    <a:pt x="242077" y="752645"/>
                  </a:cubicBezTo>
                  <a:cubicBezTo>
                    <a:pt x="195361" y="867455"/>
                    <a:pt x="135903" y="867455"/>
                    <a:pt x="101927" y="880212"/>
                  </a:cubicBezTo>
                  <a:cubicBezTo>
                    <a:pt x="67952" y="888717"/>
                    <a:pt x="12741" y="884464"/>
                    <a:pt x="8494" y="901473"/>
                  </a:cubicBezTo>
                  <a:cubicBezTo>
                    <a:pt x="0" y="926987"/>
                    <a:pt x="93433" y="952500"/>
                    <a:pt x="152891" y="943996"/>
                  </a:cubicBezTo>
                  <a:cubicBezTo>
                    <a:pt x="186867" y="935491"/>
                    <a:pt x="220842" y="897221"/>
                    <a:pt x="246324" y="871708"/>
                  </a:cubicBezTo>
                  <a:cubicBezTo>
                    <a:pt x="280300" y="833438"/>
                    <a:pt x="314276" y="795167"/>
                    <a:pt x="331264" y="744141"/>
                  </a:cubicBezTo>
                  <a:cubicBezTo>
                    <a:pt x="344004" y="701618"/>
                    <a:pt x="352498" y="659096"/>
                    <a:pt x="356745" y="616574"/>
                  </a:cubicBezTo>
                  <a:cubicBezTo>
                    <a:pt x="360992" y="599565"/>
                    <a:pt x="365239" y="578304"/>
                    <a:pt x="369486" y="557042"/>
                  </a:cubicBezTo>
                  <a:cubicBezTo>
                    <a:pt x="377980" y="506016"/>
                    <a:pt x="390721" y="446484"/>
                    <a:pt x="390721" y="446484"/>
                  </a:cubicBezTo>
                  <a:cubicBezTo>
                    <a:pt x="390721" y="446484"/>
                    <a:pt x="428944" y="616574"/>
                    <a:pt x="450179" y="693114"/>
                  </a:cubicBezTo>
                  <a:cubicBezTo>
                    <a:pt x="475661" y="769654"/>
                    <a:pt x="535118" y="858951"/>
                    <a:pt x="577588" y="871708"/>
                  </a:cubicBezTo>
                  <a:cubicBezTo>
                    <a:pt x="615811" y="880212"/>
                    <a:pt x="666774" y="837690"/>
                    <a:pt x="679515" y="833438"/>
                  </a:cubicBezTo>
                  <a:cubicBezTo>
                    <a:pt x="692256" y="829185"/>
                    <a:pt x="755960" y="803672"/>
                    <a:pt x="789936" y="790915"/>
                  </a:cubicBezTo>
                  <a:cubicBezTo>
                    <a:pt x="823912" y="778158"/>
                    <a:pt x="815418" y="748393"/>
                    <a:pt x="794183" y="752645"/>
                  </a:cubicBezTo>
                  <a:moveTo>
                    <a:pt x="416203" y="327422"/>
                  </a:moveTo>
                  <a:cubicBezTo>
                    <a:pt x="416203" y="327422"/>
                    <a:pt x="420450" y="318917"/>
                    <a:pt x="420450" y="318917"/>
                  </a:cubicBezTo>
                  <a:cubicBezTo>
                    <a:pt x="441685" y="310413"/>
                    <a:pt x="454426" y="331674"/>
                    <a:pt x="450179" y="335926"/>
                  </a:cubicBezTo>
                  <a:cubicBezTo>
                    <a:pt x="445932" y="335926"/>
                    <a:pt x="411956" y="361440"/>
                    <a:pt x="411956" y="361440"/>
                  </a:cubicBezTo>
                  <a:cubicBezTo>
                    <a:pt x="407709" y="344431"/>
                    <a:pt x="416203" y="327422"/>
                    <a:pt x="416203" y="3274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>
            <a:xfrm>
              <a:off x="5654675" y="908050"/>
              <a:ext cx="654050" cy="679450"/>
            </a:xfrm>
            <a:custGeom>
              <a:avLst/>
              <a:gdLst>
                <a:gd name="T0" fmla="*/ 145 w 154"/>
                <a:gd name="T1" fmla="*/ 129 h 160"/>
                <a:gd name="T2" fmla="*/ 144 w 154"/>
                <a:gd name="T3" fmla="*/ 129 h 160"/>
                <a:gd name="T4" fmla="*/ 126 w 154"/>
                <a:gd name="T5" fmla="*/ 129 h 160"/>
                <a:gd name="T6" fmla="*/ 110 w 154"/>
                <a:gd name="T7" fmla="*/ 124 h 160"/>
                <a:gd name="T8" fmla="*/ 93 w 154"/>
                <a:gd name="T9" fmla="*/ 103 h 160"/>
                <a:gd name="T10" fmla="*/ 89 w 154"/>
                <a:gd name="T11" fmla="*/ 103 h 160"/>
                <a:gd name="T12" fmla="*/ 87 w 154"/>
                <a:gd name="T13" fmla="*/ 110 h 160"/>
                <a:gd name="T14" fmla="*/ 108 w 154"/>
                <a:gd name="T15" fmla="*/ 149 h 160"/>
                <a:gd name="T16" fmla="*/ 118 w 154"/>
                <a:gd name="T17" fmla="*/ 153 h 160"/>
                <a:gd name="T18" fmla="*/ 141 w 154"/>
                <a:gd name="T19" fmla="*/ 142 h 160"/>
                <a:gd name="T20" fmla="*/ 154 w 154"/>
                <a:gd name="T21" fmla="*/ 133 h 160"/>
                <a:gd name="T22" fmla="*/ 153 w 154"/>
                <a:gd name="T23" fmla="*/ 131 h 160"/>
                <a:gd name="T24" fmla="*/ 95 w 154"/>
                <a:gd name="T25" fmla="*/ 85 h 160"/>
                <a:gd name="T26" fmla="*/ 109 w 154"/>
                <a:gd name="T27" fmla="*/ 76 h 160"/>
                <a:gd name="T28" fmla="*/ 133 w 154"/>
                <a:gd name="T29" fmla="*/ 60 h 160"/>
                <a:gd name="T30" fmla="*/ 133 w 154"/>
                <a:gd name="T31" fmla="*/ 60 h 160"/>
                <a:gd name="T32" fmla="*/ 126 w 154"/>
                <a:gd name="T33" fmla="*/ 52 h 160"/>
                <a:gd name="T34" fmla="*/ 104 w 154"/>
                <a:gd name="T35" fmla="*/ 44 h 160"/>
                <a:gd name="T36" fmla="*/ 104 w 154"/>
                <a:gd name="T37" fmla="*/ 44 h 160"/>
                <a:gd name="T38" fmla="*/ 102 w 154"/>
                <a:gd name="T39" fmla="*/ 46 h 160"/>
                <a:gd name="T40" fmla="*/ 105 w 154"/>
                <a:gd name="T41" fmla="*/ 56 h 160"/>
                <a:gd name="T42" fmla="*/ 91 w 154"/>
                <a:gd name="T43" fmla="*/ 67 h 160"/>
                <a:gd name="T44" fmla="*/ 106 w 154"/>
                <a:gd name="T45" fmla="*/ 18 h 160"/>
                <a:gd name="T46" fmla="*/ 77 w 154"/>
                <a:gd name="T47" fmla="*/ 0 h 160"/>
                <a:gd name="T48" fmla="*/ 76 w 154"/>
                <a:gd name="T49" fmla="*/ 1 h 160"/>
                <a:gd name="T50" fmla="*/ 75 w 154"/>
                <a:gd name="T51" fmla="*/ 2 h 160"/>
                <a:gd name="T52" fmla="*/ 75 w 154"/>
                <a:gd name="T53" fmla="*/ 3 h 160"/>
                <a:gd name="T54" fmla="*/ 75 w 154"/>
                <a:gd name="T55" fmla="*/ 25 h 160"/>
                <a:gd name="T56" fmla="*/ 66 w 154"/>
                <a:gd name="T57" fmla="*/ 81 h 160"/>
                <a:gd name="T58" fmla="*/ 15 w 154"/>
                <a:gd name="T59" fmla="*/ 102 h 160"/>
                <a:gd name="T60" fmla="*/ 14 w 154"/>
                <a:gd name="T61" fmla="*/ 102 h 160"/>
                <a:gd name="T62" fmla="*/ 13 w 154"/>
                <a:gd name="T63" fmla="*/ 104 h 160"/>
                <a:gd name="T64" fmla="*/ 28 w 154"/>
                <a:gd name="T65" fmla="*/ 125 h 160"/>
                <a:gd name="T66" fmla="*/ 60 w 154"/>
                <a:gd name="T67" fmla="*/ 107 h 160"/>
                <a:gd name="T68" fmla="*/ 1 w 154"/>
                <a:gd name="T69" fmla="*/ 152 h 160"/>
                <a:gd name="T70" fmla="*/ 0 w 154"/>
                <a:gd name="T71" fmla="*/ 152 h 160"/>
                <a:gd name="T72" fmla="*/ 0 w 154"/>
                <a:gd name="T73" fmla="*/ 156 h 160"/>
                <a:gd name="T74" fmla="*/ 17 w 154"/>
                <a:gd name="T75" fmla="*/ 159 h 160"/>
                <a:gd name="T76" fmla="*/ 76 w 154"/>
                <a:gd name="T77" fmla="*/ 121 h 160"/>
                <a:gd name="T78" fmla="*/ 95 w 154"/>
                <a:gd name="T79" fmla="*/ 8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54050" h="679450">
                  <a:moveTo>
                    <a:pt x="649803" y="556300"/>
                  </a:moveTo>
                  <a:cubicBezTo>
                    <a:pt x="637062" y="552053"/>
                    <a:pt x="624320" y="552053"/>
                    <a:pt x="615826" y="547807"/>
                  </a:cubicBezTo>
                  <a:cubicBezTo>
                    <a:pt x="611579" y="552053"/>
                    <a:pt x="611579" y="552053"/>
                    <a:pt x="611579" y="552053"/>
                  </a:cubicBezTo>
                  <a:cubicBezTo>
                    <a:pt x="611579" y="547807"/>
                    <a:pt x="611579" y="547807"/>
                    <a:pt x="611579" y="547807"/>
                  </a:cubicBezTo>
                  <a:cubicBezTo>
                    <a:pt x="603085" y="547807"/>
                    <a:pt x="594591" y="543560"/>
                    <a:pt x="586097" y="543560"/>
                  </a:cubicBezTo>
                  <a:cubicBezTo>
                    <a:pt x="569108" y="543560"/>
                    <a:pt x="552120" y="547807"/>
                    <a:pt x="535132" y="547807"/>
                  </a:cubicBezTo>
                  <a:cubicBezTo>
                    <a:pt x="522391" y="547807"/>
                    <a:pt x="513896" y="547807"/>
                    <a:pt x="501155" y="543560"/>
                  </a:cubicBezTo>
                  <a:cubicBezTo>
                    <a:pt x="488414" y="539313"/>
                    <a:pt x="479920" y="535067"/>
                    <a:pt x="467179" y="526574"/>
                  </a:cubicBezTo>
                  <a:cubicBezTo>
                    <a:pt x="437449" y="505341"/>
                    <a:pt x="411967" y="467122"/>
                    <a:pt x="394978" y="441643"/>
                  </a:cubicBezTo>
                  <a:cubicBezTo>
                    <a:pt x="394978" y="437396"/>
                    <a:pt x="394978" y="437396"/>
                    <a:pt x="394978" y="437396"/>
                  </a:cubicBezTo>
                  <a:cubicBezTo>
                    <a:pt x="382237" y="437396"/>
                    <a:pt x="382237" y="437396"/>
                    <a:pt x="382237" y="437396"/>
                  </a:cubicBezTo>
                  <a:cubicBezTo>
                    <a:pt x="377990" y="437396"/>
                    <a:pt x="377990" y="437396"/>
                    <a:pt x="377990" y="437396"/>
                  </a:cubicBezTo>
                  <a:cubicBezTo>
                    <a:pt x="377990" y="441643"/>
                    <a:pt x="377990" y="441643"/>
                    <a:pt x="377990" y="441643"/>
                  </a:cubicBezTo>
                  <a:cubicBezTo>
                    <a:pt x="373743" y="445889"/>
                    <a:pt x="369496" y="458629"/>
                    <a:pt x="369496" y="467122"/>
                  </a:cubicBezTo>
                  <a:cubicBezTo>
                    <a:pt x="369496" y="518081"/>
                    <a:pt x="424708" y="581779"/>
                    <a:pt x="441696" y="607258"/>
                  </a:cubicBezTo>
                  <a:cubicBezTo>
                    <a:pt x="450190" y="615752"/>
                    <a:pt x="450190" y="624245"/>
                    <a:pt x="458684" y="632738"/>
                  </a:cubicBezTo>
                  <a:cubicBezTo>
                    <a:pt x="462931" y="636984"/>
                    <a:pt x="471426" y="645478"/>
                    <a:pt x="479920" y="649724"/>
                  </a:cubicBezTo>
                  <a:cubicBezTo>
                    <a:pt x="488414" y="649724"/>
                    <a:pt x="496908" y="649724"/>
                    <a:pt x="501155" y="649724"/>
                  </a:cubicBezTo>
                  <a:cubicBezTo>
                    <a:pt x="501155" y="649724"/>
                    <a:pt x="501155" y="649724"/>
                    <a:pt x="501155" y="649724"/>
                  </a:cubicBezTo>
                  <a:cubicBezTo>
                    <a:pt x="543626" y="649724"/>
                    <a:pt x="577603" y="615752"/>
                    <a:pt x="598838" y="603012"/>
                  </a:cubicBezTo>
                  <a:cubicBezTo>
                    <a:pt x="603085" y="598765"/>
                    <a:pt x="615826" y="594519"/>
                    <a:pt x="624320" y="586026"/>
                  </a:cubicBezTo>
                  <a:cubicBezTo>
                    <a:pt x="637062" y="581779"/>
                    <a:pt x="649803" y="573286"/>
                    <a:pt x="654050" y="564793"/>
                  </a:cubicBezTo>
                  <a:cubicBezTo>
                    <a:pt x="654050" y="556300"/>
                    <a:pt x="654050" y="556300"/>
                    <a:pt x="654050" y="556300"/>
                  </a:cubicBezTo>
                  <a:lnTo>
                    <a:pt x="649803" y="556300"/>
                  </a:lnTo>
                  <a:close/>
                  <a:moveTo>
                    <a:pt x="403472" y="360958"/>
                  </a:moveTo>
                  <a:cubicBezTo>
                    <a:pt x="403472" y="360958"/>
                    <a:pt x="403472" y="360958"/>
                    <a:pt x="403472" y="360958"/>
                  </a:cubicBezTo>
                  <a:cubicBezTo>
                    <a:pt x="420461" y="352465"/>
                    <a:pt x="441696" y="343972"/>
                    <a:pt x="467179" y="331232"/>
                  </a:cubicBezTo>
                  <a:cubicBezTo>
                    <a:pt x="462931" y="322739"/>
                    <a:pt x="462931" y="322739"/>
                    <a:pt x="462931" y="322739"/>
                  </a:cubicBezTo>
                  <a:cubicBezTo>
                    <a:pt x="467179" y="331232"/>
                    <a:pt x="467179" y="331232"/>
                    <a:pt x="467179" y="331232"/>
                  </a:cubicBezTo>
                  <a:cubicBezTo>
                    <a:pt x="501155" y="309999"/>
                    <a:pt x="547873" y="284520"/>
                    <a:pt x="564861" y="254794"/>
                  </a:cubicBezTo>
                  <a:cubicBezTo>
                    <a:pt x="564861" y="254794"/>
                    <a:pt x="564861" y="254794"/>
                    <a:pt x="564861" y="254794"/>
                  </a:cubicBezTo>
                  <a:cubicBezTo>
                    <a:pt x="564861" y="254794"/>
                    <a:pt x="564861" y="254794"/>
                    <a:pt x="564861" y="254794"/>
                  </a:cubicBezTo>
                  <a:cubicBezTo>
                    <a:pt x="564861" y="254794"/>
                    <a:pt x="564861" y="250547"/>
                    <a:pt x="564861" y="250547"/>
                  </a:cubicBezTo>
                  <a:cubicBezTo>
                    <a:pt x="564861" y="237808"/>
                    <a:pt x="547873" y="229314"/>
                    <a:pt x="535132" y="220821"/>
                  </a:cubicBezTo>
                  <a:cubicBezTo>
                    <a:pt x="518144" y="212328"/>
                    <a:pt x="501155" y="203835"/>
                    <a:pt x="484167" y="199588"/>
                  </a:cubicBezTo>
                  <a:cubicBezTo>
                    <a:pt x="484167" y="199588"/>
                    <a:pt x="454437" y="191095"/>
                    <a:pt x="441696" y="186849"/>
                  </a:cubicBezTo>
                  <a:cubicBezTo>
                    <a:pt x="441696" y="186849"/>
                    <a:pt x="441696" y="186849"/>
                    <a:pt x="441696" y="186849"/>
                  </a:cubicBezTo>
                  <a:cubicBezTo>
                    <a:pt x="441696" y="186849"/>
                    <a:pt x="441696" y="186849"/>
                    <a:pt x="441696" y="186849"/>
                  </a:cubicBezTo>
                  <a:cubicBezTo>
                    <a:pt x="437449" y="186849"/>
                    <a:pt x="437449" y="186849"/>
                    <a:pt x="433202" y="191095"/>
                  </a:cubicBezTo>
                  <a:cubicBezTo>
                    <a:pt x="433202" y="191095"/>
                    <a:pt x="433202" y="191095"/>
                    <a:pt x="433202" y="195342"/>
                  </a:cubicBezTo>
                  <a:cubicBezTo>
                    <a:pt x="433202" y="199588"/>
                    <a:pt x="437449" y="208082"/>
                    <a:pt x="441696" y="216575"/>
                  </a:cubicBezTo>
                  <a:cubicBezTo>
                    <a:pt x="441696" y="225068"/>
                    <a:pt x="445943" y="233561"/>
                    <a:pt x="445943" y="237808"/>
                  </a:cubicBezTo>
                  <a:cubicBezTo>
                    <a:pt x="445943" y="237808"/>
                    <a:pt x="445943" y="242054"/>
                    <a:pt x="445943" y="242054"/>
                  </a:cubicBezTo>
                  <a:cubicBezTo>
                    <a:pt x="441696" y="250547"/>
                    <a:pt x="407719" y="276027"/>
                    <a:pt x="386484" y="284520"/>
                  </a:cubicBezTo>
                  <a:cubicBezTo>
                    <a:pt x="394978" y="212328"/>
                    <a:pt x="437449" y="152876"/>
                    <a:pt x="445943" y="76438"/>
                  </a:cubicBezTo>
                  <a:cubicBezTo>
                    <a:pt x="450190" y="76438"/>
                    <a:pt x="450190" y="76438"/>
                    <a:pt x="450190" y="76438"/>
                  </a:cubicBezTo>
                  <a:cubicBezTo>
                    <a:pt x="445943" y="72192"/>
                    <a:pt x="445943" y="72192"/>
                    <a:pt x="445943" y="72192"/>
                  </a:cubicBezTo>
                  <a:cubicBezTo>
                    <a:pt x="428955" y="46712"/>
                    <a:pt x="365249" y="4247"/>
                    <a:pt x="327025" y="0"/>
                  </a:cubicBezTo>
                  <a:cubicBezTo>
                    <a:pt x="327025" y="0"/>
                    <a:pt x="327025" y="0"/>
                    <a:pt x="327025" y="0"/>
                  </a:cubicBezTo>
                  <a:cubicBezTo>
                    <a:pt x="322778" y="4247"/>
                    <a:pt x="322778" y="4247"/>
                    <a:pt x="322778" y="4247"/>
                  </a:cubicBezTo>
                  <a:cubicBezTo>
                    <a:pt x="322778" y="4247"/>
                    <a:pt x="322778" y="8493"/>
                    <a:pt x="318531" y="8493"/>
                  </a:cubicBezTo>
                  <a:cubicBezTo>
                    <a:pt x="318531" y="8493"/>
                    <a:pt x="318531" y="8493"/>
                    <a:pt x="318531" y="8493"/>
                  </a:cubicBezTo>
                  <a:cubicBezTo>
                    <a:pt x="318531" y="8493"/>
                    <a:pt x="318531" y="8493"/>
                    <a:pt x="318531" y="8493"/>
                  </a:cubicBezTo>
                  <a:cubicBezTo>
                    <a:pt x="318531" y="12740"/>
                    <a:pt x="318531" y="12740"/>
                    <a:pt x="318531" y="12740"/>
                  </a:cubicBezTo>
                  <a:cubicBezTo>
                    <a:pt x="314284" y="21233"/>
                    <a:pt x="314284" y="29726"/>
                    <a:pt x="314284" y="42466"/>
                  </a:cubicBezTo>
                  <a:cubicBezTo>
                    <a:pt x="314284" y="63698"/>
                    <a:pt x="318531" y="84931"/>
                    <a:pt x="318531" y="106164"/>
                  </a:cubicBezTo>
                  <a:cubicBezTo>
                    <a:pt x="318531" y="114657"/>
                    <a:pt x="318531" y="118904"/>
                    <a:pt x="318531" y="127397"/>
                  </a:cubicBezTo>
                  <a:cubicBezTo>
                    <a:pt x="305790" y="199588"/>
                    <a:pt x="297295" y="276027"/>
                    <a:pt x="280307" y="343972"/>
                  </a:cubicBezTo>
                  <a:cubicBezTo>
                    <a:pt x="233589" y="373698"/>
                    <a:pt x="186871" y="399177"/>
                    <a:pt x="135906" y="416163"/>
                  </a:cubicBezTo>
                  <a:cubicBezTo>
                    <a:pt x="114671" y="424656"/>
                    <a:pt x="89189" y="424656"/>
                    <a:pt x="63706" y="433149"/>
                  </a:cubicBezTo>
                  <a:cubicBezTo>
                    <a:pt x="59459" y="433149"/>
                    <a:pt x="59459" y="433149"/>
                    <a:pt x="59459" y="433149"/>
                  </a:cubicBezTo>
                  <a:cubicBezTo>
                    <a:pt x="59459" y="433149"/>
                    <a:pt x="59459" y="433149"/>
                    <a:pt x="59459" y="433149"/>
                  </a:cubicBezTo>
                  <a:cubicBezTo>
                    <a:pt x="50965" y="433149"/>
                    <a:pt x="50965" y="433149"/>
                    <a:pt x="50965" y="433149"/>
                  </a:cubicBezTo>
                  <a:cubicBezTo>
                    <a:pt x="55212" y="441643"/>
                    <a:pt x="55212" y="441643"/>
                    <a:pt x="55212" y="441643"/>
                  </a:cubicBezTo>
                  <a:cubicBezTo>
                    <a:pt x="59459" y="475615"/>
                    <a:pt x="72200" y="530820"/>
                    <a:pt x="110424" y="530820"/>
                  </a:cubicBezTo>
                  <a:cubicBezTo>
                    <a:pt x="114671" y="530820"/>
                    <a:pt x="114671" y="530820"/>
                    <a:pt x="118918" y="530820"/>
                  </a:cubicBezTo>
                  <a:cubicBezTo>
                    <a:pt x="144401" y="526574"/>
                    <a:pt x="165636" y="513834"/>
                    <a:pt x="186871" y="496848"/>
                  </a:cubicBezTo>
                  <a:cubicBezTo>
                    <a:pt x="208107" y="479862"/>
                    <a:pt x="229342" y="467122"/>
                    <a:pt x="254825" y="454382"/>
                  </a:cubicBezTo>
                  <a:cubicBezTo>
                    <a:pt x="246331" y="522327"/>
                    <a:pt x="216601" y="560546"/>
                    <a:pt x="174130" y="586026"/>
                  </a:cubicBezTo>
                  <a:cubicBezTo>
                    <a:pt x="127412" y="611505"/>
                    <a:pt x="67953" y="624245"/>
                    <a:pt x="4247" y="645478"/>
                  </a:cubicBezTo>
                  <a:cubicBezTo>
                    <a:pt x="4247" y="645478"/>
                    <a:pt x="4247" y="645478"/>
                    <a:pt x="4247" y="645478"/>
                  </a:cubicBezTo>
                  <a:cubicBezTo>
                    <a:pt x="0" y="645478"/>
                    <a:pt x="0" y="645478"/>
                    <a:pt x="0" y="645478"/>
                  </a:cubicBezTo>
                  <a:cubicBezTo>
                    <a:pt x="0" y="649724"/>
                    <a:pt x="0" y="649724"/>
                    <a:pt x="0" y="658217"/>
                  </a:cubicBezTo>
                  <a:cubicBezTo>
                    <a:pt x="0" y="662464"/>
                    <a:pt x="0" y="662464"/>
                    <a:pt x="0" y="662464"/>
                  </a:cubicBezTo>
                  <a:cubicBezTo>
                    <a:pt x="0" y="662464"/>
                    <a:pt x="0" y="662464"/>
                    <a:pt x="0" y="662464"/>
                  </a:cubicBezTo>
                  <a:cubicBezTo>
                    <a:pt x="21235" y="675203"/>
                    <a:pt x="50965" y="675203"/>
                    <a:pt x="72200" y="675203"/>
                  </a:cubicBezTo>
                  <a:cubicBezTo>
                    <a:pt x="80694" y="679450"/>
                    <a:pt x="89189" y="679450"/>
                    <a:pt x="97683" y="679450"/>
                  </a:cubicBezTo>
                  <a:cubicBezTo>
                    <a:pt x="208107" y="679450"/>
                    <a:pt x="293048" y="594519"/>
                    <a:pt x="322778" y="513834"/>
                  </a:cubicBezTo>
                  <a:cubicBezTo>
                    <a:pt x="335519" y="471368"/>
                    <a:pt x="348260" y="428903"/>
                    <a:pt x="361002" y="386437"/>
                  </a:cubicBezTo>
                  <a:cubicBezTo>
                    <a:pt x="377990" y="377944"/>
                    <a:pt x="390731" y="369451"/>
                    <a:pt x="403472" y="3609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>
            <a:xfrm>
              <a:off x="6564312" y="708026"/>
              <a:ext cx="692151" cy="1041401"/>
            </a:xfrm>
            <a:custGeom>
              <a:avLst/>
              <a:gdLst>
                <a:gd name="T0" fmla="*/ 110 w 163"/>
                <a:gd name="T1" fmla="*/ 106 h 245"/>
                <a:gd name="T2" fmla="*/ 163 w 163"/>
                <a:gd name="T3" fmla="*/ 35 h 245"/>
                <a:gd name="T4" fmla="*/ 146 w 163"/>
                <a:gd name="T5" fmla="*/ 22 h 245"/>
                <a:gd name="T6" fmla="*/ 130 w 163"/>
                <a:gd name="T7" fmla="*/ 15 h 245"/>
                <a:gd name="T8" fmla="*/ 104 w 163"/>
                <a:gd name="T9" fmla="*/ 0 h 245"/>
                <a:gd name="T10" fmla="*/ 96 w 163"/>
                <a:gd name="T11" fmla="*/ 27 h 245"/>
                <a:gd name="T12" fmla="*/ 71 w 163"/>
                <a:gd name="T13" fmla="*/ 47 h 245"/>
                <a:gd name="T14" fmla="*/ 34 w 163"/>
                <a:gd name="T15" fmla="*/ 25 h 245"/>
                <a:gd name="T16" fmla="*/ 39 w 163"/>
                <a:gd name="T17" fmla="*/ 39 h 245"/>
                <a:gd name="T18" fmla="*/ 46 w 163"/>
                <a:gd name="T19" fmla="*/ 84 h 245"/>
                <a:gd name="T20" fmla="*/ 19 w 163"/>
                <a:gd name="T21" fmla="*/ 71 h 245"/>
                <a:gd name="T22" fmla="*/ 17 w 163"/>
                <a:gd name="T23" fmla="*/ 73 h 245"/>
                <a:gd name="T24" fmla="*/ 31 w 163"/>
                <a:gd name="T25" fmla="*/ 108 h 245"/>
                <a:gd name="T26" fmla="*/ 40 w 163"/>
                <a:gd name="T27" fmla="*/ 121 h 245"/>
                <a:gd name="T28" fmla="*/ 55 w 163"/>
                <a:gd name="T29" fmla="*/ 100 h 245"/>
                <a:gd name="T30" fmla="*/ 66 w 163"/>
                <a:gd name="T31" fmla="*/ 103 h 245"/>
                <a:gd name="T32" fmla="*/ 70 w 163"/>
                <a:gd name="T33" fmla="*/ 96 h 245"/>
                <a:gd name="T34" fmla="*/ 86 w 163"/>
                <a:gd name="T35" fmla="*/ 78 h 245"/>
                <a:gd name="T36" fmla="*/ 88 w 163"/>
                <a:gd name="T37" fmla="*/ 84 h 245"/>
                <a:gd name="T38" fmla="*/ 85 w 163"/>
                <a:gd name="T39" fmla="*/ 85 h 245"/>
                <a:gd name="T40" fmla="*/ 89 w 163"/>
                <a:gd name="T41" fmla="*/ 89 h 245"/>
                <a:gd name="T42" fmla="*/ 95 w 163"/>
                <a:gd name="T43" fmla="*/ 103 h 245"/>
                <a:gd name="T44" fmla="*/ 75 w 163"/>
                <a:gd name="T45" fmla="*/ 116 h 245"/>
                <a:gd name="T46" fmla="*/ 22 w 163"/>
                <a:gd name="T47" fmla="*/ 146 h 245"/>
                <a:gd name="T48" fmla="*/ 0 w 163"/>
                <a:gd name="T49" fmla="*/ 167 h 245"/>
                <a:gd name="T50" fmla="*/ 22 w 163"/>
                <a:gd name="T51" fmla="*/ 181 h 245"/>
                <a:gd name="T52" fmla="*/ 109 w 163"/>
                <a:gd name="T53" fmla="*/ 129 h 245"/>
                <a:gd name="T54" fmla="*/ 102 w 163"/>
                <a:gd name="T55" fmla="*/ 141 h 245"/>
                <a:gd name="T56" fmla="*/ 79 w 163"/>
                <a:gd name="T57" fmla="*/ 168 h 245"/>
                <a:gd name="T58" fmla="*/ 79 w 163"/>
                <a:gd name="T59" fmla="*/ 170 h 245"/>
                <a:gd name="T60" fmla="*/ 18 w 163"/>
                <a:gd name="T61" fmla="*/ 197 h 245"/>
                <a:gd name="T62" fmla="*/ 43 w 163"/>
                <a:gd name="T63" fmla="*/ 214 h 245"/>
                <a:gd name="T64" fmla="*/ 86 w 163"/>
                <a:gd name="T65" fmla="*/ 199 h 245"/>
                <a:gd name="T66" fmla="*/ 62 w 163"/>
                <a:gd name="T67" fmla="*/ 223 h 245"/>
                <a:gd name="T68" fmla="*/ 46 w 163"/>
                <a:gd name="T69" fmla="*/ 224 h 245"/>
                <a:gd name="T70" fmla="*/ 83 w 163"/>
                <a:gd name="T71" fmla="*/ 245 h 245"/>
                <a:gd name="T72" fmla="*/ 85 w 163"/>
                <a:gd name="T73" fmla="*/ 245 h 245"/>
                <a:gd name="T74" fmla="*/ 96 w 163"/>
                <a:gd name="T75" fmla="*/ 189 h 245"/>
                <a:gd name="T76" fmla="*/ 121 w 163"/>
                <a:gd name="T77" fmla="*/ 182 h 245"/>
                <a:gd name="T78" fmla="*/ 131 w 163"/>
                <a:gd name="T79" fmla="*/ 171 h 245"/>
                <a:gd name="T80" fmla="*/ 129 w 163"/>
                <a:gd name="T81" fmla="*/ 165 h 245"/>
                <a:gd name="T82" fmla="*/ 92 w 163"/>
                <a:gd name="T83" fmla="*/ 165 h 245"/>
                <a:gd name="T84" fmla="*/ 91 w 163"/>
                <a:gd name="T85" fmla="*/ 162 h 245"/>
                <a:gd name="T86" fmla="*/ 140 w 163"/>
                <a:gd name="T87" fmla="*/ 120 h 245"/>
                <a:gd name="T88" fmla="*/ 110 w 163"/>
                <a:gd name="T89" fmla="*/ 117 h 245"/>
                <a:gd name="T90" fmla="*/ 49 w 163"/>
                <a:gd name="T91" fmla="*/ 145 h 245"/>
                <a:gd name="T92" fmla="*/ 106 w 163"/>
                <a:gd name="T93" fmla="*/ 60 h 245"/>
                <a:gd name="T94" fmla="*/ 107 w 163"/>
                <a:gd name="T95" fmla="*/ 57 h 245"/>
                <a:gd name="T96" fmla="*/ 148 w 163"/>
                <a:gd name="T97" fmla="*/ 43 h 245"/>
                <a:gd name="T98" fmla="*/ 138 w 163"/>
                <a:gd name="T99" fmla="*/ 62 h 245"/>
                <a:gd name="T100" fmla="*/ 117 w 163"/>
                <a:gd name="T101" fmla="*/ 77 h 245"/>
                <a:gd name="T102" fmla="*/ 106 w 163"/>
                <a:gd name="T103" fmla="*/ 61 h 245"/>
                <a:gd name="T104" fmla="*/ 108 w 163"/>
                <a:gd name="T105" fmla="*/ 85 h 245"/>
                <a:gd name="T106" fmla="*/ 101 w 163"/>
                <a:gd name="T107" fmla="*/ 89 h 245"/>
                <a:gd name="T108" fmla="*/ 71 w 163"/>
                <a:gd name="T109" fmla="*/ 71 h 245"/>
                <a:gd name="T110" fmla="*/ 70 w 163"/>
                <a:gd name="T111" fmla="*/ 62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92151" h="1041401">
                  <a:moveTo>
                    <a:pt x="259026" y="569583"/>
                  </a:moveTo>
                  <a:cubicBezTo>
                    <a:pt x="326967" y="527076"/>
                    <a:pt x="326967" y="527076"/>
                    <a:pt x="326967" y="527076"/>
                  </a:cubicBezTo>
                  <a:cubicBezTo>
                    <a:pt x="437371" y="454816"/>
                    <a:pt x="437371" y="454816"/>
                    <a:pt x="437371" y="454816"/>
                  </a:cubicBezTo>
                  <a:cubicBezTo>
                    <a:pt x="445864" y="450565"/>
                    <a:pt x="454357" y="450565"/>
                    <a:pt x="467096" y="450565"/>
                  </a:cubicBezTo>
                  <a:cubicBezTo>
                    <a:pt x="471342" y="450565"/>
                    <a:pt x="479835" y="450565"/>
                    <a:pt x="484081" y="450565"/>
                  </a:cubicBezTo>
                  <a:cubicBezTo>
                    <a:pt x="496820" y="450565"/>
                    <a:pt x="505313" y="450565"/>
                    <a:pt x="518052" y="446315"/>
                  </a:cubicBezTo>
                  <a:cubicBezTo>
                    <a:pt x="577500" y="412310"/>
                    <a:pt x="598732" y="335799"/>
                    <a:pt x="632702" y="284791"/>
                  </a:cubicBezTo>
                  <a:cubicBezTo>
                    <a:pt x="645441" y="263538"/>
                    <a:pt x="692151" y="195528"/>
                    <a:pt x="692151" y="148772"/>
                  </a:cubicBezTo>
                  <a:cubicBezTo>
                    <a:pt x="692151" y="131769"/>
                    <a:pt x="687905" y="119017"/>
                    <a:pt x="675166" y="110516"/>
                  </a:cubicBezTo>
                  <a:cubicBezTo>
                    <a:pt x="662427" y="97764"/>
                    <a:pt x="645441" y="93514"/>
                    <a:pt x="619963" y="93514"/>
                  </a:cubicBezTo>
                  <a:cubicBezTo>
                    <a:pt x="619963" y="93514"/>
                    <a:pt x="619963" y="93514"/>
                    <a:pt x="619963" y="93514"/>
                  </a:cubicBezTo>
                  <a:cubicBezTo>
                    <a:pt x="619963" y="93514"/>
                    <a:pt x="619963" y="93514"/>
                    <a:pt x="619963" y="93514"/>
                  </a:cubicBezTo>
                  <a:cubicBezTo>
                    <a:pt x="590239" y="106265"/>
                    <a:pt x="518052" y="174275"/>
                    <a:pt x="471342" y="191278"/>
                  </a:cubicBezTo>
                  <a:cubicBezTo>
                    <a:pt x="475588" y="174275"/>
                    <a:pt x="492574" y="157273"/>
                    <a:pt x="513805" y="140270"/>
                  </a:cubicBezTo>
                  <a:cubicBezTo>
                    <a:pt x="535037" y="119017"/>
                    <a:pt x="556269" y="97764"/>
                    <a:pt x="556269" y="68010"/>
                  </a:cubicBezTo>
                  <a:cubicBezTo>
                    <a:pt x="556269" y="63759"/>
                    <a:pt x="552022" y="63759"/>
                    <a:pt x="552022" y="63759"/>
                  </a:cubicBezTo>
                  <a:cubicBezTo>
                    <a:pt x="556269" y="63759"/>
                    <a:pt x="552022" y="63759"/>
                    <a:pt x="552022" y="63759"/>
                  </a:cubicBezTo>
                  <a:cubicBezTo>
                    <a:pt x="552022" y="55258"/>
                    <a:pt x="547776" y="51007"/>
                    <a:pt x="539283" y="42506"/>
                  </a:cubicBezTo>
                  <a:cubicBezTo>
                    <a:pt x="518052" y="25504"/>
                    <a:pt x="475588" y="4251"/>
                    <a:pt x="445864" y="4251"/>
                  </a:cubicBezTo>
                  <a:cubicBezTo>
                    <a:pt x="441618" y="0"/>
                    <a:pt x="441618" y="0"/>
                    <a:pt x="441618" y="0"/>
                  </a:cubicBezTo>
                  <a:cubicBezTo>
                    <a:pt x="437371" y="4251"/>
                    <a:pt x="437371" y="4251"/>
                    <a:pt x="437371" y="4251"/>
                  </a:cubicBezTo>
                  <a:cubicBezTo>
                    <a:pt x="433125" y="21253"/>
                    <a:pt x="437371" y="38256"/>
                    <a:pt x="437371" y="55258"/>
                  </a:cubicBezTo>
                  <a:cubicBezTo>
                    <a:pt x="433125" y="59509"/>
                    <a:pt x="433125" y="59509"/>
                    <a:pt x="433125" y="59509"/>
                  </a:cubicBezTo>
                  <a:cubicBezTo>
                    <a:pt x="407647" y="114767"/>
                    <a:pt x="407647" y="114767"/>
                    <a:pt x="407647" y="114767"/>
                  </a:cubicBezTo>
                  <a:cubicBezTo>
                    <a:pt x="399155" y="131769"/>
                    <a:pt x="394908" y="157273"/>
                    <a:pt x="386416" y="174275"/>
                  </a:cubicBezTo>
                  <a:cubicBezTo>
                    <a:pt x="373677" y="195528"/>
                    <a:pt x="365184" y="208280"/>
                    <a:pt x="339706" y="208280"/>
                  </a:cubicBezTo>
                  <a:cubicBezTo>
                    <a:pt x="331213" y="208280"/>
                    <a:pt x="322721" y="208280"/>
                    <a:pt x="309982" y="204030"/>
                  </a:cubicBezTo>
                  <a:cubicBezTo>
                    <a:pt x="305735" y="199779"/>
                    <a:pt x="301489" y="199779"/>
                    <a:pt x="301489" y="199779"/>
                  </a:cubicBezTo>
                  <a:cubicBezTo>
                    <a:pt x="271765" y="187027"/>
                    <a:pt x="259026" y="161523"/>
                    <a:pt x="229302" y="144521"/>
                  </a:cubicBezTo>
                  <a:cubicBezTo>
                    <a:pt x="220809" y="136020"/>
                    <a:pt x="203824" y="131769"/>
                    <a:pt x="195331" y="127518"/>
                  </a:cubicBezTo>
                  <a:cubicBezTo>
                    <a:pt x="182592" y="119017"/>
                    <a:pt x="169853" y="106265"/>
                    <a:pt x="152868" y="106265"/>
                  </a:cubicBezTo>
                  <a:cubicBezTo>
                    <a:pt x="144375" y="106265"/>
                    <a:pt x="144375" y="106265"/>
                    <a:pt x="144375" y="106265"/>
                  </a:cubicBezTo>
                  <a:cubicBezTo>
                    <a:pt x="144375" y="110516"/>
                    <a:pt x="144375" y="110516"/>
                    <a:pt x="144375" y="110516"/>
                  </a:cubicBezTo>
                  <a:cubicBezTo>
                    <a:pt x="140129" y="110516"/>
                    <a:pt x="140129" y="110516"/>
                    <a:pt x="140129" y="110516"/>
                  </a:cubicBezTo>
                  <a:cubicBezTo>
                    <a:pt x="144375" y="119017"/>
                    <a:pt x="144375" y="119017"/>
                    <a:pt x="144375" y="119017"/>
                  </a:cubicBezTo>
                  <a:cubicBezTo>
                    <a:pt x="152868" y="131769"/>
                    <a:pt x="157114" y="148772"/>
                    <a:pt x="165607" y="165774"/>
                  </a:cubicBezTo>
                  <a:cubicBezTo>
                    <a:pt x="182592" y="204030"/>
                    <a:pt x="203824" y="255037"/>
                    <a:pt x="208070" y="301794"/>
                  </a:cubicBezTo>
                  <a:cubicBezTo>
                    <a:pt x="208070" y="301794"/>
                    <a:pt x="208070" y="301794"/>
                    <a:pt x="208070" y="301794"/>
                  </a:cubicBezTo>
                  <a:cubicBezTo>
                    <a:pt x="208070" y="310295"/>
                    <a:pt x="208070" y="318796"/>
                    <a:pt x="208070" y="327297"/>
                  </a:cubicBezTo>
                  <a:cubicBezTo>
                    <a:pt x="208070" y="340049"/>
                    <a:pt x="203824" y="352801"/>
                    <a:pt x="195331" y="357052"/>
                  </a:cubicBezTo>
                  <a:cubicBezTo>
                    <a:pt x="195331" y="357052"/>
                    <a:pt x="195331" y="357052"/>
                    <a:pt x="195331" y="357052"/>
                  </a:cubicBezTo>
                  <a:cubicBezTo>
                    <a:pt x="195331" y="357052"/>
                    <a:pt x="195331" y="357052"/>
                    <a:pt x="195331" y="357052"/>
                  </a:cubicBezTo>
                  <a:cubicBezTo>
                    <a:pt x="165607" y="340049"/>
                    <a:pt x="152868" y="297543"/>
                    <a:pt x="97665" y="297543"/>
                  </a:cubicBezTo>
                  <a:cubicBezTo>
                    <a:pt x="93419" y="297543"/>
                    <a:pt x="84927" y="301794"/>
                    <a:pt x="80680" y="301794"/>
                  </a:cubicBezTo>
                  <a:cubicBezTo>
                    <a:pt x="76434" y="301794"/>
                    <a:pt x="76434" y="301794"/>
                    <a:pt x="76434" y="301794"/>
                  </a:cubicBezTo>
                  <a:cubicBezTo>
                    <a:pt x="76434" y="301794"/>
                    <a:pt x="76434" y="301794"/>
                    <a:pt x="76434" y="301794"/>
                  </a:cubicBezTo>
                  <a:cubicBezTo>
                    <a:pt x="76434" y="301794"/>
                    <a:pt x="72188" y="306044"/>
                    <a:pt x="72188" y="310295"/>
                  </a:cubicBezTo>
                  <a:cubicBezTo>
                    <a:pt x="72188" y="310295"/>
                    <a:pt x="72188" y="310295"/>
                    <a:pt x="72188" y="310295"/>
                  </a:cubicBezTo>
                  <a:cubicBezTo>
                    <a:pt x="72188" y="314546"/>
                    <a:pt x="72188" y="314546"/>
                    <a:pt x="72188" y="314546"/>
                  </a:cubicBezTo>
                  <a:cubicBezTo>
                    <a:pt x="76434" y="314546"/>
                    <a:pt x="76434" y="314546"/>
                    <a:pt x="76434" y="314546"/>
                  </a:cubicBezTo>
                  <a:cubicBezTo>
                    <a:pt x="97665" y="340049"/>
                    <a:pt x="131636" y="395307"/>
                    <a:pt x="131636" y="433563"/>
                  </a:cubicBezTo>
                  <a:cubicBezTo>
                    <a:pt x="131636" y="442064"/>
                    <a:pt x="131636" y="450565"/>
                    <a:pt x="131636" y="459067"/>
                  </a:cubicBezTo>
                  <a:cubicBezTo>
                    <a:pt x="131636" y="467568"/>
                    <a:pt x="131636" y="476069"/>
                    <a:pt x="140129" y="484570"/>
                  </a:cubicBezTo>
                  <a:cubicBezTo>
                    <a:pt x="140129" y="488821"/>
                    <a:pt x="140129" y="488821"/>
                    <a:pt x="140129" y="488821"/>
                  </a:cubicBezTo>
                  <a:cubicBezTo>
                    <a:pt x="140129" y="488821"/>
                    <a:pt x="140129" y="488821"/>
                    <a:pt x="140129" y="488821"/>
                  </a:cubicBezTo>
                  <a:cubicBezTo>
                    <a:pt x="148621" y="497322"/>
                    <a:pt x="161360" y="505823"/>
                    <a:pt x="169853" y="514325"/>
                  </a:cubicBezTo>
                  <a:cubicBezTo>
                    <a:pt x="174099" y="514325"/>
                    <a:pt x="174099" y="514325"/>
                    <a:pt x="174099" y="514325"/>
                  </a:cubicBezTo>
                  <a:cubicBezTo>
                    <a:pt x="178346" y="514325"/>
                    <a:pt x="178346" y="514325"/>
                    <a:pt x="178346" y="514325"/>
                  </a:cubicBezTo>
                  <a:cubicBezTo>
                    <a:pt x="186838" y="510074"/>
                    <a:pt x="191085" y="505823"/>
                    <a:pt x="191085" y="497322"/>
                  </a:cubicBezTo>
                  <a:cubicBezTo>
                    <a:pt x="199577" y="471818"/>
                    <a:pt x="203824" y="433563"/>
                    <a:pt x="233548" y="425062"/>
                  </a:cubicBezTo>
                  <a:cubicBezTo>
                    <a:pt x="246287" y="425062"/>
                    <a:pt x="254780" y="433563"/>
                    <a:pt x="271765" y="442064"/>
                  </a:cubicBezTo>
                  <a:cubicBezTo>
                    <a:pt x="271765" y="442064"/>
                    <a:pt x="271765" y="442064"/>
                    <a:pt x="271765" y="442064"/>
                  </a:cubicBezTo>
                  <a:cubicBezTo>
                    <a:pt x="271765" y="442064"/>
                    <a:pt x="271765" y="442064"/>
                    <a:pt x="271765" y="442064"/>
                  </a:cubicBezTo>
                  <a:cubicBezTo>
                    <a:pt x="276011" y="442064"/>
                    <a:pt x="280257" y="437813"/>
                    <a:pt x="280257" y="437813"/>
                  </a:cubicBezTo>
                  <a:cubicBezTo>
                    <a:pt x="284504" y="437813"/>
                    <a:pt x="284504" y="437813"/>
                    <a:pt x="284504" y="437813"/>
                  </a:cubicBezTo>
                  <a:cubicBezTo>
                    <a:pt x="284504" y="437813"/>
                    <a:pt x="284504" y="437813"/>
                    <a:pt x="284504" y="437813"/>
                  </a:cubicBezTo>
                  <a:cubicBezTo>
                    <a:pt x="288750" y="425062"/>
                    <a:pt x="292996" y="416560"/>
                    <a:pt x="297243" y="408059"/>
                  </a:cubicBezTo>
                  <a:cubicBezTo>
                    <a:pt x="297243" y="408059"/>
                    <a:pt x="297243" y="408059"/>
                    <a:pt x="297243" y="408059"/>
                  </a:cubicBezTo>
                  <a:cubicBezTo>
                    <a:pt x="297243" y="403809"/>
                    <a:pt x="297243" y="403809"/>
                    <a:pt x="297243" y="403809"/>
                  </a:cubicBezTo>
                  <a:cubicBezTo>
                    <a:pt x="301489" y="399558"/>
                    <a:pt x="301489" y="391057"/>
                    <a:pt x="301489" y="378305"/>
                  </a:cubicBezTo>
                  <a:cubicBezTo>
                    <a:pt x="314228" y="369804"/>
                    <a:pt x="314228" y="369804"/>
                    <a:pt x="314228" y="369804"/>
                  </a:cubicBezTo>
                  <a:cubicBezTo>
                    <a:pt x="365184" y="331548"/>
                    <a:pt x="365184" y="331548"/>
                    <a:pt x="365184" y="331548"/>
                  </a:cubicBezTo>
                  <a:cubicBezTo>
                    <a:pt x="369430" y="331548"/>
                    <a:pt x="369430" y="331548"/>
                    <a:pt x="369430" y="331548"/>
                  </a:cubicBezTo>
                  <a:cubicBezTo>
                    <a:pt x="373677" y="335799"/>
                    <a:pt x="377923" y="344300"/>
                    <a:pt x="377923" y="348551"/>
                  </a:cubicBezTo>
                  <a:cubicBezTo>
                    <a:pt x="377923" y="352801"/>
                    <a:pt x="377923" y="352801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69430" y="361302"/>
                    <a:pt x="365184" y="361302"/>
                  </a:cubicBezTo>
                  <a:cubicBezTo>
                    <a:pt x="360938" y="361302"/>
                    <a:pt x="360938" y="361302"/>
                    <a:pt x="360938" y="361302"/>
                  </a:cubicBezTo>
                  <a:cubicBezTo>
                    <a:pt x="360938" y="369804"/>
                    <a:pt x="360938" y="369804"/>
                    <a:pt x="360938" y="369804"/>
                  </a:cubicBezTo>
                  <a:cubicBezTo>
                    <a:pt x="360938" y="369804"/>
                    <a:pt x="360938" y="369804"/>
                    <a:pt x="360938" y="369804"/>
                  </a:cubicBezTo>
                  <a:cubicBezTo>
                    <a:pt x="360938" y="374054"/>
                    <a:pt x="360938" y="374054"/>
                    <a:pt x="360938" y="374054"/>
                  </a:cubicBezTo>
                  <a:cubicBezTo>
                    <a:pt x="369430" y="378305"/>
                    <a:pt x="373677" y="378305"/>
                    <a:pt x="377923" y="378305"/>
                  </a:cubicBezTo>
                  <a:cubicBezTo>
                    <a:pt x="377923" y="391057"/>
                    <a:pt x="382169" y="399558"/>
                    <a:pt x="386416" y="412310"/>
                  </a:cubicBezTo>
                  <a:cubicBezTo>
                    <a:pt x="386416" y="412310"/>
                    <a:pt x="386416" y="412310"/>
                    <a:pt x="386416" y="412310"/>
                  </a:cubicBezTo>
                  <a:cubicBezTo>
                    <a:pt x="386416" y="412310"/>
                    <a:pt x="386416" y="412310"/>
                    <a:pt x="386416" y="412310"/>
                  </a:cubicBezTo>
                  <a:cubicBezTo>
                    <a:pt x="390662" y="420811"/>
                    <a:pt x="403401" y="433563"/>
                    <a:pt x="403401" y="437813"/>
                  </a:cubicBezTo>
                  <a:cubicBezTo>
                    <a:pt x="403401" y="437813"/>
                    <a:pt x="403401" y="437813"/>
                    <a:pt x="403401" y="437813"/>
                  </a:cubicBezTo>
                  <a:cubicBezTo>
                    <a:pt x="399155" y="437813"/>
                    <a:pt x="399155" y="437813"/>
                    <a:pt x="399155" y="437813"/>
                  </a:cubicBezTo>
                  <a:cubicBezTo>
                    <a:pt x="399155" y="437813"/>
                    <a:pt x="399155" y="437813"/>
                    <a:pt x="399155" y="437813"/>
                  </a:cubicBezTo>
                  <a:cubicBezTo>
                    <a:pt x="390662" y="454816"/>
                    <a:pt x="348199" y="476069"/>
                    <a:pt x="318474" y="493071"/>
                  </a:cubicBezTo>
                  <a:cubicBezTo>
                    <a:pt x="314228" y="497322"/>
                    <a:pt x="309982" y="497322"/>
                    <a:pt x="305735" y="501573"/>
                  </a:cubicBezTo>
                  <a:cubicBezTo>
                    <a:pt x="305735" y="501573"/>
                    <a:pt x="305735" y="501573"/>
                    <a:pt x="305735" y="501573"/>
                  </a:cubicBezTo>
                  <a:cubicBezTo>
                    <a:pt x="305735" y="501573"/>
                    <a:pt x="305735" y="501573"/>
                    <a:pt x="305735" y="501573"/>
                  </a:cubicBezTo>
                  <a:cubicBezTo>
                    <a:pt x="233548" y="539828"/>
                    <a:pt x="165607" y="582334"/>
                    <a:pt x="93419" y="620590"/>
                  </a:cubicBezTo>
                  <a:cubicBezTo>
                    <a:pt x="67941" y="641843"/>
                    <a:pt x="0" y="650344"/>
                    <a:pt x="0" y="701352"/>
                  </a:cubicBezTo>
                  <a:cubicBezTo>
                    <a:pt x="0" y="701352"/>
                    <a:pt x="0" y="705602"/>
                    <a:pt x="0" y="705602"/>
                  </a:cubicBezTo>
                  <a:cubicBezTo>
                    <a:pt x="0" y="709853"/>
                    <a:pt x="0" y="709853"/>
                    <a:pt x="0" y="709853"/>
                  </a:cubicBezTo>
                  <a:cubicBezTo>
                    <a:pt x="0" y="709853"/>
                    <a:pt x="0" y="709853"/>
                    <a:pt x="0" y="709853"/>
                  </a:cubicBezTo>
                  <a:cubicBezTo>
                    <a:pt x="16985" y="726855"/>
                    <a:pt x="33971" y="739607"/>
                    <a:pt x="55202" y="752359"/>
                  </a:cubicBezTo>
                  <a:cubicBezTo>
                    <a:pt x="67941" y="760860"/>
                    <a:pt x="80680" y="760860"/>
                    <a:pt x="84927" y="765111"/>
                  </a:cubicBezTo>
                  <a:cubicBezTo>
                    <a:pt x="89173" y="769362"/>
                    <a:pt x="89173" y="769362"/>
                    <a:pt x="89173" y="769362"/>
                  </a:cubicBezTo>
                  <a:cubicBezTo>
                    <a:pt x="93419" y="769362"/>
                    <a:pt x="93419" y="769362"/>
                    <a:pt x="93419" y="769362"/>
                  </a:cubicBezTo>
                  <a:cubicBezTo>
                    <a:pt x="140129" y="748108"/>
                    <a:pt x="140129" y="722605"/>
                    <a:pt x="152868" y="714104"/>
                  </a:cubicBezTo>
                  <a:cubicBezTo>
                    <a:pt x="203824" y="667347"/>
                    <a:pt x="263272" y="629091"/>
                    <a:pt x="331213" y="595086"/>
                  </a:cubicBezTo>
                  <a:cubicBezTo>
                    <a:pt x="348199" y="590836"/>
                    <a:pt x="360938" y="582334"/>
                    <a:pt x="377923" y="578084"/>
                  </a:cubicBezTo>
                  <a:cubicBezTo>
                    <a:pt x="403401" y="565332"/>
                    <a:pt x="433125" y="548330"/>
                    <a:pt x="462849" y="548330"/>
                  </a:cubicBezTo>
                  <a:cubicBezTo>
                    <a:pt x="467096" y="548330"/>
                    <a:pt x="471342" y="548330"/>
                    <a:pt x="471342" y="548330"/>
                  </a:cubicBezTo>
                  <a:cubicBezTo>
                    <a:pt x="471342" y="548330"/>
                    <a:pt x="471342" y="548330"/>
                    <a:pt x="471342" y="548330"/>
                  </a:cubicBezTo>
                  <a:cubicBezTo>
                    <a:pt x="471342" y="552580"/>
                    <a:pt x="471342" y="556831"/>
                    <a:pt x="467096" y="561081"/>
                  </a:cubicBezTo>
                  <a:cubicBezTo>
                    <a:pt x="462849" y="578084"/>
                    <a:pt x="445864" y="586585"/>
                    <a:pt x="433125" y="599337"/>
                  </a:cubicBezTo>
                  <a:cubicBezTo>
                    <a:pt x="416140" y="620590"/>
                    <a:pt x="394908" y="641843"/>
                    <a:pt x="373677" y="658846"/>
                  </a:cubicBezTo>
                  <a:cubicBezTo>
                    <a:pt x="365184" y="667347"/>
                    <a:pt x="348199" y="671597"/>
                    <a:pt x="339706" y="684349"/>
                  </a:cubicBezTo>
                  <a:cubicBezTo>
                    <a:pt x="335460" y="692850"/>
                    <a:pt x="335460" y="697101"/>
                    <a:pt x="335460" y="701352"/>
                  </a:cubicBezTo>
                  <a:cubicBezTo>
                    <a:pt x="335460" y="705602"/>
                    <a:pt x="335460" y="709853"/>
                    <a:pt x="335460" y="714104"/>
                  </a:cubicBezTo>
                  <a:cubicBezTo>
                    <a:pt x="335460" y="714104"/>
                    <a:pt x="335460" y="718354"/>
                    <a:pt x="335460" y="718354"/>
                  </a:cubicBezTo>
                  <a:cubicBezTo>
                    <a:pt x="335460" y="718354"/>
                    <a:pt x="335460" y="718354"/>
                    <a:pt x="335460" y="718354"/>
                  </a:cubicBezTo>
                  <a:cubicBezTo>
                    <a:pt x="335460" y="718354"/>
                    <a:pt x="335460" y="718354"/>
                    <a:pt x="335460" y="718354"/>
                  </a:cubicBezTo>
                  <a:cubicBezTo>
                    <a:pt x="335460" y="722605"/>
                    <a:pt x="335460" y="722605"/>
                    <a:pt x="335460" y="722605"/>
                  </a:cubicBezTo>
                  <a:cubicBezTo>
                    <a:pt x="322721" y="726855"/>
                    <a:pt x="288750" y="739607"/>
                    <a:pt x="276011" y="748108"/>
                  </a:cubicBezTo>
                  <a:cubicBezTo>
                    <a:pt x="254780" y="756610"/>
                    <a:pt x="237794" y="769362"/>
                    <a:pt x="216563" y="777863"/>
                  </a:cubicBezTo>
                  <a:cubicBezTo>
                    <a:pt x="169853" y="799116"/>
                    <a:pt x="114651" y="799116"/>
                    <a:pt x="80680" y="833121"/>
                  </a:cubicBezTo>
                  <a:cubicBezTo>
                    <a:pt x="76434" y="837371"/>
                    <a:pt x="76434" y="837371"/>
                    <a:pt x="76434" y="837371"/>
                  </a:cubicBezTo>
                  <a:cubicBezTo>
                    <a:pt x="80680" y="841622"/>
                    <a:pt x="80680" y="841622"/>
                    <a:pt x="80680" y="841622"/>
                  </a:cubicBezTo>
                  <a:cubicBezTo>
                    <a:pt x="80680" y="854374"/>
                    <a:pt x="97665" y="867126"/>
                    <a:pt x="118897" y="884128"/>
                  </a:cubicBezTo>
                  <a:cubicBezTo>
                    <a:pt x="135882" y="896880"/>
                    <a:pt x="157114" y="909632"/>
                    <a:pt x="178346" y="909632"/>
                  </a:cubicBezTo>
                  <a:cubicBezTo>
                    <a:pt x="178346" y="909632"/>
                    <a:pt x="182592" y="909632"/>
                    <a:pt x="182592" y="909632"/>
                  </a:cubicBezTo>
                  <a:cubicBezTo>
                    <a:pt x="212316" y="901131"/>
                    <a:pt x="229302" y="884128"/>
                    <a:pt x="246287" y="871376"/>
                  </a:cubicBezTo>
                  <a:cubicBezTo>
                    <a:pt x="267518" y="850123"/>
                    <a:pt x="314228" y="824620"/>
                    <a:pt x="348199" y="816118"/>
                  </a:cubicBezTo>
                  <a:cubicBezTo>
                    <a:pt x="348199" y="816118"/>
                    <a:pt x="352445" y="816118"/>
                    <a:pt x="356691" y="816118"/>
                  </a:cubicBezTo>
                  <a:cubicBezTo>
                    <a:pt x="360938" y="824620"/>
                    <a:pt x="360938" y="833121"/>
                    <a:pt x="365184" y="845873"/>
                  </a:cubicBezTo>
                  <a:cubicBezTo>
                    <a:pt x="369430" y="858624"/>
                    <a:pt x="369430" y="867126"/>
                    <a:pt x="369430" y="875627"/>
                  </a:cubicBezTo>
                  <a:cubicBezTo>
                    <a:pt x="369430" y="896880"/>
                    <a:pt x="360938" y="909632"/>
                    <a:pt x="352445" y="918133"/>
                  </a:cubicBezTo>
                  <a:cubicBezTo>
                    <a:pt x="335460" y="935136"/>
                    <a:pt x="309982" y="943637"/>
                    <a:pt x="276011" y="947887"/>
                  </a:cubicBezTo>
                  <a:cubicBezTo>
                    <a:pt x="271765" y="947887"/>
                    <a:pt x="267518" y="947887"/>
                    <a:pt x="263272" y="947887"/>
                  </a:cubicBezTo>
                  <a:cubicBezTo>
                    <a:pt x="250533" y="947887"/>
                    <a:pt x="233548" y="947887"/>
                    <a:pt x="220809" y="947887"/>
                  </a:cubicBezTo>
                  <a:cubicBezTo>
                    <a:pt x="212316" y="947887"/>
                    <a:pt x="208070" y="947887"/>
                    <a:pt x="203824" y="947887"/>
                  </a:cubicBezTo>
                  <a:cubicBezTo>
                    <a:pt x="199577" y="947887"/>
                    <a:pt x="195331" y="952138"/>
                    <a:pt x="195331" y="952138"/>
                  </a:cubicBezTo>
                  <a:cubicBezTo>
                    <a:pt x="195331" y="952138"/>
                    <a:pt x="195331" y="952138"/>
                    <a:pt x="195331" y="952138"/>
                  </a:cubicBezTo>
                  <a:cubicBezTo>
                    <a:pt x="191085" y="960639"/>
                    <a:pt x="191085" y="960639"/>
                    <a:pt x="191085" y="960639"/>
                  </a:cubicBezTo>
                  <a:cubicBezTo>
                    <a:pt x="195331" y="964890"/>
                    <a:pt x="195331" y="964890"/>
                    <a:pt x="195331" y="964890"/>
                  </a:cubicBezTo>
                  <a:cubicBezTo>
                    <a:pt x="216563" y="973391"/>
                    <a:pt x="246287" y="977642"/>
                    <a:pt x="263272" y="986143"/>
                  </a:cubicBezTo>
                  <a:cubicBezTo>
                    <a:pt x="292996" y="1007396"/>
                    <a:pt x="322721" y="1020148"/>
                    <a:pt x="352445" y="1041401"/>
                  </a:cubicBezTo>
                  <a:cubicBezTo>
                    <a:pt x="352445" y="1041401"/>
                    <a:pt x="352445" y="1041401"/>
                    <a:pt x="352445" y="1041401"/>
                  </a:cubicBezTo>
                  <a:cubicBezTo>
                    <a:pt x="356691" y="1041401"/>
                    <a:pt x="356691" y="1041401"/>
                    <a:pt x="356691" y="1041401"/>
                  </a:cubicBezTo>
                  <a:cubicBezTo>
                    <a:pt x="356691" y="1041401"/>
                    <a:pt x="360938" y="1041401"/>
                    <a:pt x="360938" y="1041401"/>
                  </a:cubicBezTo>
                  <a:cubicBezTo>
                    <a:pt x="360938" y="1041401"/>
                    <a:pt x="360938" y="1041401"/>
                    <a:pt x="360938" y="1041401"/>
                  </a:cubicBezTo>
                  <a:cubicBezTo>
                    <a:pt x="365184" y="1041401"/>
                    <a:pt x="365184" y="1041401"/>
                    <a:pt x="369430" y="1037150"/>
                  </a:cubicBezTo>
                  <a:cubicBezTo>
                    <a:pt x="394908" y="1020148"/>
                    <a:pt x="428879" y="952138"/>
                    <a:pt x="428879" y="901131"/>
                  </a:cubicBezTo>
                  <a:cubicBezTo>
                    <a:pt x="428879" y="896880"/>
                    <a:pt x="428879" y="888379"/>
                    <a:pt x="424633" y="884128"/>
                  </a:cubicBezTo>
                  <a:cubicBezTo>
                    <a:pt x="420386" y="858624"/>
                    <a:pt x="411894" y="828870"/>
                    <a:pt x="407647" y="803366"/>
                  </a:cubicBezTo>
                  <a:cubicBezTo>
                    <a:pt x="407647" y="799116"/>
                    <a:pt x="407647" y="794865"/>
                    <a:pt x="411894" y="790615"/>
                  </a:cubicBezTo>
                  <a:cubicBezTo>
                    <a:pt x="411894" y="790615"/>
                    <a:pt x="424633" y="786364"/>
                    <a:pt x="433125" y="782113"/>
                  </a:cubicBezTo>
                  <a:cubicBezTo>
                    <a:pt x="445864" y="777863"/>
                    <a:pt x="458603" y="777863"/>
                    <a:pt x="458603" y="777863"/>
                  </a:cubicBezTo>
                  <a:cubicBezTo>
                    <a:pt x="513805" y="773612"/>
                    <a:pt x="513805" y="773612"/>
                    <a:pt x="513805" y="773612"/>
                  </a:cubicBezTo>
                  <a:cubicBezTo>
                    <a:pt x="513805" y="773612"/>
                    <a:pt x="513805" y="773612"/>
                    <a:pt x="513805" y="773612"/>
                  </a:cubicBezTo>
                  <a:cubicBezTo>
                    <a:pt x="539283" y="765111"/>
                    <a:pt x="543530" y="739607"/>
                    <a:pt x="552022" y="726855"/>
                  </a:cubicBezTo>
                  <a:cubicBezTo>
                    <a:pt x="556269" y="726855"/>
                    <a:pt x="556269" y="726855"/>
                    <a:pt x="556269" y="726855"/>
                  </a:cubicBezTo>
                  <a:cubicBezTo>
                    <a:pt x="556269" y="726855"/>
                    <a:pt x="556269" y="726855"/>
                    <a:pt x="556269" y="726855"/>
                  </a:cubicBezTo>
                  <a:cubicBezTo>
                    <a:pt x="556269" y="722605"/>
                    <a:pt x="556269" y="718354"/>
                    <a:pt x="556269" y="718354"/>
                  </a:cubicBezTo>
                  <a:cubicBezTo>
                    <a:pt x="556269" y="705602"/>
                    <a:pt x="547776" y="701352"/>
                    <a:pt x="547776" y="701352"/>
                  </a:cubicBezTo>
                  <a:cubicBezTo>
                    <a:pt x="547776" y="701352"/>
                    <a:pt x="547776" y="701352"/>
                    <a:pt x="547776" y="701352"/>
                  </a:cubicBezTo>
                  <a:cubicBezTo>
                    <a:pt x="547776" y="701352"/>
                    <a:pt x="547776" y="701352"/>
                    <a:pt x="547776" y="701352"/>
                  </a:cubicBezTo>
                  <a:cubicBezTo>
                    <a:pt x="535037" y="697101"/>
                    <a:pt x="522298" y="692850"/>
                    <a:pt x="509559" y="692850"/>
                  </a:cubicBezTo>
                  <a:cubicBezTo>
                    <a:pt x="501066" y="692850"/>
                    <a:pt x="492574" y="697101"/>
                    <a:pt x="484081" y="697101"/>
                  </a:cubicBezTo>
                  <a:cubicBezTo>
                    <a:pt x="471342" y="697101"/>
                    <a:pt x="467096" y="701352"/>
                    <a:pt x="458603" y="701352"/>
                  </a:cubicBezTo>
                  <a:cubicBezTo>
                    <a:pt x="390662" y="701352"/>
                    <a:pt x="390662" y="701352"/>
                    <a:pt x="390662" y="701352"/>
                  </a:cubicBezTo>
                  <a:cubicBezTo>
                    <a:pt x="390662" y="701352"/>
                    <a:pt x="390662" y="701352"/>
                    <a:pt x="390662" y="701352"/>
                  </a:cubicBezTo>
                  <a:cubicBezTo>
                    <a:pt x="390662" y="701352"/>
                    <a:pt x="386416" y="697101"/>
                    <a:pt x="386416" y="692850"/>
                  </a:cubicBezTo>
                  <a:cubicBezTo>
                    <a:pt x="386416" y="688600"/>
                    <a:pt x="386416" y="688600"/>
                    <a:pt x="386416" y="688600"/>
                  </a:cubicBezTo>
                  <a:cubicBezTo>
                    <a:pt x="386416" y="688600"/>
                    <a:pt x="386416" y="688600"/>
                    <a:pt x="386416" y="688600"/>
                  </a:cubicBezTo>
                  <a:cubicBezTo>
                    <a:pt x="407647" y="671597"/>
                    <a:pt x="441618" y="663096"/>
                    <a:pt x="467096" y="646094"/>
                  </a:cubicBezTo>
                  <a:cubicBezTo>
                    <a:pt x="471342" y="641843"/>
                    <a:pt x="475588" y="641843"/>
                    <a:pt x="479835" y="637592"/>
                  </a:cubicBezTo>
                  <a:cubicBezTo>
                    <a:pt x="509559" y="616339"/>
                    <a:pt x="530791" y="590836"/>
                    <a:pt x="552022" y="569583"/>
                  </a:cubicBezTo>
                  <a:cubicBezTo>
                    <a:pt x="564761" y="561081"/>
                    <a:pt x="594486" y="539828"/>
                    <a:pt x="594486" y="510074"/>
                  </a:cubicBezTo>
                  <a:cubicBezTo>
                    <a:pt x="594486" y="505823"/>
                    <a:pt x="594486" y="497322"/>
                    <a:pt x="590239" y="493071"/>
                  </a:cubicBezTo>
                  <a:cubicBezTo>
                    <a:pt x="581747" y="476069"/>
                    <a:pt x="560515" y="471818"/>
                    <a:pt x="543530" y="471818"/>
                  </a:cubicBezTo>
                  <a:cubicBezTo>
                    <a:pt x="518052" y="471818"/>
                    <a:pt x="492574" y="480320"/>
                    <a:pt x="479835" y="488821"/>
                  </a:cubicBezTo>
                  <a:cubicBezTo>
                    <a:pt x="475588" y="493071"/>
                    <a:pt x="471342" y="493071"/>
                    <a:pt x="467096" y="497322"/>
                  </a:cubicBezTo>
                  <a:cubicBezTo>
                    <a:pt x="420386" y="518575"/>
                    <a:pt x="373677" y="539828"/>
                    <a:pt x="322721" y="556831"/>
                  </a:cubicBezTo>
                  <a:cubicBezTo>
                    <a:pt x="305735" y="569583"/>
                    <a:pt x="284504" y="573833"/>
                    <a:pt x="267518" y="586585"/>
                  </a:cubicBezTo>
                  <a:cubicBezTo>
                    <a:pt x="259026" y="590836"/>
                    <a:pt x="220809" y="616339"/>
                    <a:pt x="208070" y="616339"/>
                  </a:cubicBezTo>
                  <a:cubicBezTo>
                    <a:pt x="208070" y="616339"/>
                    <a:pt x="208070" y="616339"/>
                    <a:pt x="208070" y="616339"/>
                  </a:cubicBezTo>
                  <a:cubicBezTo>
                    <a:pt x="208070" y="595086"/>
                    <a:pt x="237794" y="582334"/>
                    <a:pt x="259026" y="569583"/>
                  </a:cubicBezTo>
                  <a:moveTo>
                    <a:pt x="450110" y="255037"/>
                  </a:move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0786"/>
                    <a:pt x="454357" y="246536"/>
                    <a:pt x="454357" y="242285"/>
                  </a:cubicBezTo>
                  <a:cubicBezTo>
                    <a:pt x="450110" y="238035"/>
                    <a:pt x="450110" y="238035"/>
                    <a:pt x="450110" y="238035"/>
                  </a:cubicBezTo>
                  <a:cubicBezTo>
                    <a:pt x="454357" y="242285"/>
                    <a:pt x="454357" y="242285"/>
                    <a:pt x="454357" y="242285"/>
                  </a:cubicBezTo>
                  <a:cubicBezTo>
                    <a:pt x="475588" y="208280"/>
                    <a:pt x="560515" y="178526"/>
                    <a:pt x="602978" y="165774"/>
                  </a:cubicBezTo>
                  <a:cubicBezTo>
                    <a:pt x="607224" y="165774"/>
                    <a:pt x="611471" y="161523"/>
                    <a:pt x="611471" y="161523"/>
                  </a:cubicBezTo>
                  <a:cubicBezTo>
                    <a:pt x="615717" y="161523"/>
                    <a:pt x="619963" y="161523"/>
                    <a:pt x="624210" y="165774"/>
                  </a:cubicBezTo>
                  <a:cubicBezTo>
                    <a:pt x="628456" y="174275"/>
                    <a:pt x="628456" y="178526"/>
                    <a:pt x="628456" y="182777"/>
                  </a:cubicBezTo>
                  <a:cubicBezTo>
                    <a:pt x="628456" y="191278"/>
                    <a:pt x="624210" y="204030"/>
                    <a:pt x="619963" y="212531"/>
                  </a:cubicBezTo>
                  <a:cubicBezTo>
                    <a:pt x="607224" y="229533"/>
                    <a:pt x="594486" y="246536"/>
                    <a:pt x="585993" y="263538"/>
                  </a:cubicBezTo>
                  <a:cubicBezTo>
                    <a:pt x="585993" y="263538"/>
                    <a:pt x="585993" y="263538"/>
                    <a:pt x="585993" y="263538"/>
                  </a:cubicBezTo>
                  <a:cubicBezTo>
                    <a:pt x="585993" y="263538"/>
                    <a:pt x="585993" y="263538"/>
                    <a:pt x="585993" y="263538"/>
                  </a:cubicBezTo>
                  <a:cubicBezTo>
                    <a:pt x="573254" y="297543"/>
                    <a:pt x="552022" y="369804"/>
                    <a:pt x="513805" y="365553"/>
                  </a:cubicBezTo>
                  <a:cubicBezTo>
                    <a:pt x="513805" y="365553"/>
                    <a:pt x="509559" y="365553"/>
                    <a:pt x="509559" y="365553"/>
                  </a:cubicBezTo>
                  <a:cubicBezTo>
                    <a:pt x="505313" y="352801"/>
                    <a:pt x="501066" y="340049"/>
                    <a:pt x="496820" y="327297"/>
                  </a:cubicBezTo>
                  <a:cubicBezTo>
                    <a:pt x="496820" y="327297"/>
                    <a:pt x="496820" y="327297"/>
                    <a:pt x="496820" y="327297"/>
                  </a:cubicBezTo>
                  <a:cubicBezTo>
                    <a:pt x="492574" y="327297"/>
                    <a:pt x="492574" y="327297"/>
                    <a:pt x="492574" y="327297"/>
                  </a:cubicBezTo>
                  <a:cubicBezTo>
                    <a:pt x="488327" y="323047"/>
                    <a:pt x="479835" y="318796"/>
                    <a:pt x="475588" y="314546"/>
                  </a:cubicBezTo>
                  <a:cubicBezTo>
                    <a:pt x="471342" y="310295"/>
                    <a:pt x="467096" y="301794"/>
                    <a:pt x="458603" y="289042"/>
                  </a:cubicBezTo>
                  <a:cubicBezTo>
                    <a:pt x="454357" y="276290"/>
                    <a:pt x="450110" y="267789"/>
                    <a:pt x="450110" y="259288"/>
                  </a:cubicBezTo>
                  <a:cubicBezTo>
                    <a:pt x="450110" y="259288"/>
                    <a:pt x="450110" y="255037"/>
                    <a:pt x="450110" y="255037"/>
                  </a:cubicBezTo>
                  <a:moveTo>
                    <a:pt x="437371" y="361302"/>
                  </a:moveTo>
                  <a:cubicBezTo>
                    <a:pt x="445864" y="361302"/>
                    <a:pt x="445864" y="361302"/>
                    <a:pt x="445864" y="361302"/>
                  </a:cubicBezTo>
                  <a:cubicBezTo>
                    <a:pt x="458603" y="361302"/>
                    <a:pt x="458603" y="361302"/>
                    <a:pt x="458603" y="361302"/>
                  </a:cubicBezTo>
                  <a:cubicBezTo>
                    <a:pt x="458603" y="365553"/>
                    <a:pt x="458603" y="369804"/>
                    <a:pt x="462849" y="369804"/>
                  </a:cubicBezTo>
                  <a:cubicBezTo>
                    <a:pt x="458603" y="378305"/>
                    <a:pt x="458603" y="382555"/>
                    <a:pt x="458603" y="382555"/>
                  </a:cubicBezTo>
                  <a:cubicBezTo>
                    <a:pt x="454357" y="386806"/>
                    <a:pt x="450110" y="386806"/>
                    <a:pt x="445864" y="386806"/>
                  </a:cubicBezTo>
                  <a:cubicBezTo>
                    <a:pt x="441618" y="386806"/>
                    <a:pt x="433125" y="386806"/>
                    <a:pt x="428879" y="378305"/>
                  </a:cubicBezTo>
                  <a:cubicBezTo>
                    <a:pt x="428879" y="369804"/>
                    <a:pt x="433125" y="365553"/>
                    <a:pt x="437371" y="361302"/>
                  </a:cubicBezTo>
                  <a:moveTo>
                    <a:pt x="301489" y="301794"/>
                  </a:moveTo>
                  <a:cubicBezTo>
                    <a:pt x="305735" y="306044"/>
                    <a:pt x="305735" y="306044"/>
                    <a:pt x="305735" y="306044"/>
                  </a:cubicBezTo>
                  <a:cubicBezTo>
                    <a:pt x="301489" y="301794"/>
                    <a:pt x="301489" y="301794"/>
                    <a:pt x="301489" y="301794"/>
                  </a:cubicBezTo>
                  <a:cubicBezTo>
                    <a:pt x="301489" y="301794"/>
                    <a:pt x="297243" y="306044"/>
                    <a:pt x="297243" y="306044"/>
                  </a:cubicBezTo>
                  <a:cubicBezTo>
                    <a:pt x="292996" y="293293"/>
                    <a:pt x="284504" y="276290"/>
                    <a:pt x="284504" y="267789"/>
                  </a:cubicBezTo>
                  <a:cubicBezTo>
                    <a:pt x="284504" y="263538"/>
                    <a:pt x="284504" y="263538"/>
                    <a:pt x="284504" y="263538"/>
                  </a:cubicBezTo>
                  <a:cubicBezTo>
                    <a:pt x="292996" y="263538"/>
                    <a:pt x="297243" y="263538"/>
                    <a:pt x="297243" y="263538"/>
                  </a:cubicBezTo>
                  <a:cubicBezTo>
                    <a:pt x="305735" y="267789"/>
                    <a:pt x="314228" y="276290"/>
                    <a:pt x="318474" y="280541"/>
                  </a:cubicBezTo>
                  <a:cubicBezTo>
                    <a:pt x="314228" y="284791"/>
                    <a:pt x="309982" y="297543"/>
                    <a:pt x="301489" y="3017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>
            <a:xfrm>
              <a:off x="4903788" y="771525"/>
              <a:ext cx="484187" cy="960438"/>
            </a:xfrm>
            <a:custGeom>
              <a:avLst/>
              <a:gdLst>
                <a:gd name="T0" fmla="*/ 76 w 114"/>
                <a:gd name="T1" fmla="*/ 36 h 226"/>
                <a:gd name="T2" fmla="*/ 70 w 114"/>
                <a:gd name="T3" fmla="*/ 47 h 226"/>
                <a:gd name="T4" fmla="*/ 67 w 114"/>
                <a:gd name="T5" fmla="*/ 42 h 226"/>
                <a:gd name="T6" fmla="*/ 110 w 114"/>
                <a:gd name="T7" fmla="*/ 128 h 226"/>
                <a:gd name="T8" fmla="*/ 81 w 114"/>
                <a:gd name="T9" fmla="*/ 121 h 226"/>
                <a:gd name="T10" fmla="*/ 71 w 114"/>
                <a:gd name="T11" fmla="*/ 119 h 226"/>
                <a:gd name="T12" fmla="*/ 82 w 114"/>
                <a:gd name="T13" fmla="*/ 139 h 226"/>
                <a:gd name="T14" fmla="*/ 61 w 114"/>
                <a:gd name="T15" fmla="*/ 149 h 226"/>
                <a:gd name="T16" fmla="*/ 51 w 114"/>
                <a:gd name="T17" fmla="*/ 147 h 226"/>
                <a:gd name="T18" fmla="*/ 60 w 114"/>
                <a:gd name="T19" fmla="*/ 133 h 226"/>
                <a:gd name="T20" fmla="*/ 51 w 114"/>
                <a:gd name="T21" fmla="*/ 123 h 226"/>
                <a:gd name="T22" fmla="*/ 58 w 114"/>
                <a:gd name="T23" fmla="*/ 118 h 226"/>
                <a:gd name="T24" fmla="*/ 71 w 114"/>
                <a:gd name="T25" fmla="*/ 110 h 226"/>
                <a:gd name="T26" fmla="*/ 69 w 114"/>
                <a:gd name="T27" fmla="*/ 101 h 226"/>
                <a:gd name="T28" fmla="*/ 50 w 114"/>
                <a:gd name="T29" fmla="*/ 107 h 226"/>
                <a:gd name="T30" fmla="*/ 49 w 114"/>
                <a:gd name="T31" fmla="*/ 99 h 226"/>
                <a:gd name="T32" fmla="*/ 54 w 114"/>
                <a:gd name="T33" fmla="*/ 90 h 226"/>
                <a:gd name="T34" fmla="*/ 107 w 114"/>
                <a:gd name="T35" fmla="*/ 64 h 226"/>
                <a:gd name="T36" fmla="*/ 100 w 114"/>
                <a:gd name="T37" fmla="*/ 57 h 226"/>
                <a:gd name="T38" fmla="*/ 81 w 114"/>
                <a:gd name="T39" fmla="*/ 63 h 226"/>
                <a:gd name="T40" fmla="*/ 57 w 114"/>
                <a:gd name="T41" fmla="*/ 74 h 226"/>
                <a:gd name="T42" fmla="*/ 66 w 114"/>
                <a:gd name="T43" fmla="*/ 65 h 226"/>
                <a:gd name="T44" fmla="*/ 88 w 114"/>
                <a:gd name="T45" fmla="*/ 44 h 226"/>
                <a:gd name="T46" fmla="*/ 98 w 114"/>
                <a:gd name="T47" fmla="*/ 29 h 226"/>
                <a:gd name="T48" fmla="*/ 82 w 114"/>
                <a:gd name="T49" fmla="*/ 22 h 226"/>
                <a:gd name="T50" fmla="*/ 69 w 114"/>
                <a:gd name="T51" fmla="*/ 29 h 226"/>
                <a:gd name="T52" fmla="*/ 59 w 114"/>
                <a:gd name="T53" fmla="*/ 10 h 226"/>
                <a:gd name="T54" fmla="*/ 34 w 114"/>
                <a:gd name="T55" fmla="*/ 17 h 226"/>
                <a:gd name="T56" fmla="*/ 32 w 114"/>
                <a:gd name="T57" fmla="*/ 34 h 226"/>
                <a:gd name="T58" fmla="*/ 25 w 114"/>
                <a:gd name="T59" fmla="*/ 55 h 226"/>
                <a:gd name="T60" fmla="*/ 28 w 114"/>
                <a:gd name="T61" fmla="*/ 60 h 226"/>
                <a:gd name="T62" fmla="*/ 30 w 114"/>
                <a:gd name="T63" fmla="*/ 72 h 226"/>
                <a:gd name="T64" fmla="*/ 14 w 114"/>
                <a:gd name="T65" fmla="*/ 91 h 226"/>
                <a:gd name="T66" fmla="*/ 28 w 114"/>
                <a:gd name="T67" fmla="*/ 101 h 226"/>
                <a:gd name="T68" fmla="*/ 30 w 114"/>
                <a:gd name="T69" fmla="*/ 113 h 226"/>
                <a:gd name="T70" fmla="*/ 26 w 114"/>
                <a:gd name="T71" fmla="*/ 123 h 226"/>
                <a:gd name="T72" fmla="*/ 32 w 114"/>
                <a:gd name="T73" fmla="*/ 131 h 226"/>
                <a:gd name="T74" fmla="*/ 26 w 114"/>
                <a:gd name="T75" fmla="*/ 137 h 226"/>
                <a:gd name="T76" fmla="*/ 33 w 114"/>
                <a:gd name="T77" fmla="*/ 147 h 226"/>
                <a:gd name="T78" fmla="*/ 24 w 114"/>
                <a:gd name="T79" fmla="*/ 163 h 226"/>
                <a:gd name="T80" fmla="*/ 0 w 114"/>
                <a:gd name="T81" fmla="*/ 172 h 226"/>
                <a:gd name="T82" fmla="*/ 1 w 114"/>
                <a:gd name="T83" fmla="*/ 177 h 226"/>
                <a:gd name="T84" fmla="*/ 13 w 114"/>
                <a:gd name="T85" fmla="*/ 185 h 226"/>
                <a:gd name="T86" fmla="*/ 28 w 114"/>
                <a:gd name="T87" fmla="*/ 187 h 226"/>
                <a:gd name="T88" fmla="*/ 29 w 114"/>
                <a:gd name="T89" fmla="*/ 213 h 226"/>
                <a:gd name="T90" fmla="*/ 54 w 114"/>
                <a:gd name="T91" fmla="*/ 206 h 226"/>
                <a:gd name="T92" fmla="*/ 55 w 114"/>
                <a:gd name="T93" fmla="*/ 167 h 226"/>
                <a:gd name="T94" fmla="*/ 89 w 114"/>
                <a:gd name="T95" fmla="*/ 153 h 226"/>
                <a:gd name="T96" fmla="*/ 104 w 114"/>
                <a:gd name="T97" fmla="*/ 144 h 226"/>
                <a:gd name="T98" fmla="*/ 113 w 114"/>
                <a:gd name="T99" fmla="*/ 13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84187" h="960438">
                  <a:moveTo>
                    <a:pt x="284566" y="178488"/>
                  </a:moveTo>
                  <a:cubicBezTo>
                    <a:pt x="293061" y="165739"/>
                    <a:pt x="322791" y="152990"/>
                    <a:pt x="322791" y="152990"/>
                  </a:cubicBezTo>
                  <a:cubicBezTo>
                    <a:pt x="327039" y="169989"/>
                    <a:pt x="305802" y="186988"/>
                    <a:pt x="301555" y="191238"/>
                  </a:cubicBezTo>
                  <a:cubicBezTo>
                    <a:pt x="301555" y="191238"/>
                    <a:pt x="301555" y="195487"/>
                    <a:pt x="297308" y="199737"/>
                  </a:cubicBezTo>
                  <a:cubicBezTo>
                    <a:pt x="297308" y="203987"/>
                    <a:pt x="288813" y="212486"/>
                    <a:pt x="288813" y="212486"/>
                  </a:cubicBezTo>
                  <a:cubicBezTo>
                    <a:pt x="288813" y="212486"/>
                    <a:pt x="276072" y="195487"/>
                    <a:pt x="284566" y="178488"/>
                  </a:cubicBezTo>
                  <a:moveTo>
                    <a:pt x="479940" y="565214"/>
                  </a:moveTo>
                  <a:cubicBezTo>
                    <a:pt x="479940" y="556714"/>
                    <a:pt x="471445" y="548215"/>
                    <a:pt x="467198" y="543965"/>
                  </a:cubicBezTo>
                  <a:cubicBezTo>
                    <a:pt x="454456" y="539715"/>
                    <a:pt x="441714" y="543965"/>
                    <a:pt x="428973" y="539715"/>
                  </a:cubicBezTo>
                  <a:cubicBezTo>
                    <a:pt x="399242" y="535465"/>
                    <a:pt x="373758" y="526966"/>
                    <a:pt x="344028" y="514217"/>
                  </a:cubicBezTo>
                  <a:cubicBezTo>
                    <a:pt x="331286" y="509967"/>
                    <a:pt x="310050" y="509967"/>
                    <a:pt x="301555" y="501468"/>
                  </a:cubicBezTo>
                  <a:cubicBezTo>
                    <a:pt x="301555" y="501468"/>
                    <a:pt x="301555" y="501468"/>
                    <a:pt x="301555" y="505717"/>
                  </a:cubicBezTo>
                  <a:cubicBezTo>
                    <a:pt x="305802" y="509967"/>
                    <a:pt x="310050" y="518467"/>
                    <a:pt x="322791" y="539715"/>
                  </a:cubicBezTo>
                  <a:cubicBezTo>
                    <a:pt x="339780" y="565214"/>
                    <a:pt x="356769" y="586462"/>
                    <a:pt x="348275" y="590712"/>
                  </a:cubicBezTo>
                  <a:cubicBezTo>
                    <a:pt x="327039" y="603461"/>
                    <a:pt x="301555" y="607711"/>
                    <a:pt x="280319" y="620460"/>
                  </a:cubicBezTo>
                  <a:cubicBezTo>
                    <a:pt x="271824" y="624710"/>
                    <a:pt x="267577" y="628959"/>
                    <a:pt x="259083" y="633209"/>
                  </a:cubicBezTo>
                  <a:cubicBezTo>
                    <a:pt x="254835" y="637459"/>
                    <a:pt x="250588" y="641709"/>
                    <a:pt x="242094" y="641709"/>
                  </a:cubicBezTo>
                  <a:cubicBezTo>
                    <a:pt x="233599" y="641709"/>
                    <a:pt x="220857" y="633209"/>
                    <a:pt x="216610" y="624710"/>
                  </a:cubicBezTo>
                  <a:cubicBezTo>
                    <a:pt x="212363" y="616210"/>
                    <a:pt x="208115" y="607711"/>
                    <a:pt x="220857" y="603461"/>
                  </a:cubicBezTo>
                  <a:cubicBezTo>
                    <a:pt x="229352" y="599211"/>
                    <a:pt x="254835" y="582212"/>
                    <a:pt x="254835" y="565214"/>
                  </a:cubicBezTo>
                  <a:cubicBezTo>
                    <a:pt x="250588" y="552464"/>
                    <a:pt x="246341" y="552464"/>
                    <a:pt x="242094" y="548215"/>
                  </a:cubicBezTo>
                  <a:cubicBezTo>
                    <a:pt x="233599" y="539715"/>
                    <a:pt x="216610" y="573713"/>
                    <a:pt x="216610" y="522716"/>
                  </a:cubicBezTo>
                  <a:cubicBezTo>
                    <a:pt x="216610" y="518467"/>
                    <a:pt x="216610" y="514217"/>
                    <a:pt x="216610" y="509967"/>
                  </a:cubicBezTo>
                  <a:cubicBezTo>
                    <a:pt x="216610" y="509967"/>
                    <a:pt x="242094" y="501468"/>
                    <a:pt x="246341" y="501468"/>
                  </a:cubicBezTo>
                  <a:cubicBezTo>
                    <a:pt x="246341" y="501468"/>
                    <a:pt x="250588" y="501468"/>
                    <a:pt x="254835" y="497218"/>
                  </a:cubicBezTo>
                  <a:cubicBezTo>
                    <a:pt x="267577" y="492968"/>
                    <a:pt x="293061" y="480219"/>
                    <a:pt x="301555" y="467470"/>
                  </a:cubicBezTo>
                  <a:cubicBezTo>
                    <a:pt x="305802" y="463220"/>
                    <a:pt x="305802" y="446221"/>
                    <a:pt x="305802" y="441971"/>
                  </a:cubicBezTo>
                  <a:cubicBezTo>
                    <a:pt x="305802" y="437722"/>
                    <a:pt x="310050" y="429222"/>
                    <a:pt x="293061" y="429222"/>
                  </a:cubicBezTo>
                  <a:cubicBezTo>
                    <a:pt x="280319" y="424973"/>
                    <a:pt x="284566" y="429222"/>
                    <a:pt x="267577" y="437722"/>
                  </a:cubicBezTo>
                  <a:cubicBezTo>
                    <a:pt x="250588" y="446221"/>
                    <a:pt x="212363" y="454721"/>
                    <a:pt x="212363" y="454721"/>
                  </a:cubicBezTo>
                  <a:cubicBezTo>
                    <a:pt x="212363" y="454721"/>
                    <a:pt x="212363" y="441971"/>
                    <a:pt x="208115" y="433472"/>
                  </a:cubicBezTo>
                  <a:cubicBezTo>
                    <a:pt x="208115" y="429222"/>
                    <a:pt x="208115" y="424973"/>
                    <a:pt x="208115" y="420723"/>
                  </a:cubicBezTo>
                  <a:cubicBezTo>
                    <a:pt x="208115" y="420723"/>
                    <a:pt x="208115" y="420723"/>
                    <a:pt x="208115" y="420723"/>
                  </a:cubicBezTo>
                  <a:cubicBezTo>
                    <a:pt x="208115" y="420723"/>
                    <a:pt x="212363" y="407974"/>
                    <a:pt x="229352" y="382475"/>
                  </a:cubicBezTo>
                  <a:cubicBezTo>
                    <a:pt x="250588" y="356977"/>
                    <a:pt x="335533" y="318729"/>
                    <a:pt x="365264" y="305980"/>
                  </a:cubicBezTo>
                  <a:cubicBezTo>
                    <a:pt x="394995" y="293231"/>
                    <a:pt x="445962" y="276232"/>
                    <a:pt x="454456" y="271982"/>
                  </a:cubicBezTo>
                  <a:cubicBezTo>
                    <a:pt x="467198" y="267733"/>
                    <a:pt x="462951" y="254984"/>
                    <a:pt x="454456" y="242234"/>
                  </a:cubicBezTo>
                  <a:cubicBezTo>
                    <a:pt x="445962" y="229485"/>
                    <a:pt x="433220" y="237985"/>
                    <a:pt x="424725" y="242234"/>
                  </a:cubicBezTo>
                  <a:cubicBezTo>
                    <a:pt x="411984" y="246484"/>
                    <a:pt x="394995" y="246484"/>
                    <a:pt x="382253" y="250734"/>
                  </a:cubicBezTo>
                  <a:cubicBezTo>
                    <a:pt x="369511" y="254984"/>
                    <a:pt x="356769" y="263483"/>
                    <a:pt x="344028" y="267733"/>
                  </a:cubicBezTo>
                  <a:cubicBezTo>
                    <a:pt x="327039" y="276232"/>
                    <a:pt x="288813" y="293231"/>
                    <a:pt x="280319" y="297481"/>
                  </a:cubicBezTo>
                  <a:cubicBezTo>
                    <a:pt x="267577" y="301731"/>
                    <a:pt x="250588" y="314480"/>
                    <a:pt x="242094" y="314480"/>
                  </a:cubicBezTo>
                  <a:cubicBezTo>
                    <a:pt x="233599" y="318729"/>
                    <a:pt x="233599" y="318729"/>
                    <a:pt x="242094" y="301731"/>
                  </a:cubicBezTo>
                  <a:cubicBezTo>
                    <a:pt x="246341" y="284732"/>
                    <a:pt x="271824" y="280482"/>
                    <a:pt x="280319" y="276232"/>
                  </a:cubicBezTo>
                  <a:cubicBezTo>
                    <a:pt x="288813" y="276232"/>
                    <a:pt x="301555" y="263483"/>
                    <a:pt x="318544" y="254984"/>
                  </a:cubicBezTo>
                  <a:cubicBezTo>
                    <a:pt x="339780" y="233735"/>
                    <a:pt x="356769" y="212486"/>
                    <a:pt x="373758" y="186988"/>
                  </a:cubicBezTo>
                  <a:cubicBezTo>
                    <a:pt x="382253" y="178488"/>
                    <a:pt x="394995" y="165739"/>
                    <a:pt x="403489" y="152990"/>
                  </a:cubicBezTo>
                  <a:cubicBezTo>
                    <a:pt x="407736" y="144491"/>
                    <a:pt x="416231" y="131741"/>
                    <a:pt x="416231" y="123242"/>
                  </a:cubicBezTo>
                  <a:cubicBezTo>
                    <a:pt x="420478" y="110493"/>
                    <a:pt x="411984" y="101993"/>
                    <a:pt x="407736" y="93494"/>
                  </a:cubicBezTo>
                  <a:cubicBezTo>
                    <a:pt x="390747" y="76495"/>
                    <a:pt x="361017" y="89244"/>
                    <a:pt x="348275" y="93494"/>
                  </a:cubicBezTo>
                  <a:cubicBezTo>
                    <a:pt x="339780" y="93494"/>
                    <a:pt x="335533" y="97744"/>
                    <a:pt x="331286" y="97744"/>
                  </a:cubicBezTo>
                  <a:cubicBezTo>
                    <a:pt x="322791" y="106243"/>
                    <a:pt x="310050" y="131741"/>
                    <a:pt x="293061" y="123242"/>
                  </a:cubicBezTo>
                  <a:cubicBezTo>
                    <a:pt x="288813" y="123242"/>
                    <a:pt x="288813" y="97744"/>
                    <a:pt x="288813" y="80745"/>
                  </a:cubicBezTo>
                  <a:cubicBezTo>
                    <a:pt x="288813" y="63746"/>
                    <a:pt x="267577" y="55246"/>
                    <a:pt x="250588" y="42497"/>
                  </a:cubicBezTo>
                  <a:cubicBezTo>
                    <a:pt x="233599" y="25498"/>
                    <a:pt x="208115" y="0"/>
                    <a:pt x="178385" y="0"/>
                  </a:cubicBezTo>
                  <a:cubicBezTo>
                    <a:pt x="152901" y="0"/>
                    <a:pt x="144407" y="55246"/>
                    <a:pt x="144407" y="72245"/>
                  </a:cubicBezTo>
                  <a:cubicBezTo>
                    <a:pt x="144407" y="84995"/>
                    <a:pt x="144407" y="97744"/>
                    <a:pt x="140159" y="110493"/>
                  </a:cubicBezTo>
                  <a:cubicBezTo>
                    <a:pt x="140159" y="123242"/>
                    <a:pt x="135912" y="131741"/>
                    <a:pt x="135912" y="144491"/>
                  </a:cubicBezTo>
                  <a:cubicBezTo>
                    <a:pt x="131665" y="165739"/>
                    <a:pt x="144407" y="203987"/>
                    <a:pt x="118923" y="216736"/>
                  </a:cubicBezTo>
                  <a:cubicBezTo>
                    <a:pt x="110429" y="216736"/>
                    <a:pt x="110429" y="225235"/>
                    <a:pt x="106181" y="233735"/>
                  </a:cubicBezTo>
                  <a:cubicBezTo>
                    <a:pt x="101934" y="242234"/>
                    <a:pt x="84945" y="254984"/>
                    <a:pt x="89192" y="263483"/>
                  </a:cubicBezTo>
                  <a:cubicBezTo>
                    <a:pt x="93440" y="271982"/>
                    <a:pt x="114676" y="254984"/>
                    <a:pt x="118923" y="254984"/>
                  </a:cubicBezTo>
                  <a:cubicBezTo>
                    <a:pt x="118923" y="254984"/>
                    <a:pt x="127418" y="263483"/>
                    <a:pt x="127418" y="267733"/>
                  </a:cubicBezTo>
                  <a:cubicBezTo>
                    <a:pt x="131665" y="276232"/>
                    <a:pt x="127418" y="293231"/>
                    <a:pt x="127418" y="305980"/>
                  </a:cubicBezTo>
                  <a:cubicBezTo>
                    <a:pt x="127418" y="322979"/>
                    <a:pt x="131665" y="344228"/>
                    <a:pt x="131665" y="361227"/>
                  </a:cubicBezTo>
                  <a:cubicBezTo>
                    <a:pt x="127418" y="373976"/>
                    <a:pt x="76451" y="378226"/>
                    <a:pt x="59462" y="386725"/>
                  </a:cubicBezTo>
                  <a:cubicBezTo>
                    <a:pt x="38225" y="390975"/>
                    <a:pt x="59462" y="412223"/>
                    <a:pt x="63709" y="420723"/>
                  </a:cubicBezTo>
                  <a:cubicBezTo>
                    <a:pt x="63709" y="424973"/>
                    <a:pt x="59462" y="424973"/>
                    <a:pt x="118923" y="429222"/>
                  </a:cubicBezTo>
                  <a:cubicBezTo>
                    <a:pt x="118923" y="429222"/>
                    <a:pt x="118923" y="441971"/>
                    <a:pt x="123170" y="446221"/>
                  </a:cubicBezTo>
                  <a:cubicBezTo>
                    <a:pt x="123170" y="458970"/>
                    <a:pt x="127418" y="471720"/>
                    <a:pt x="127418" y="480219"/>
                  </a:cubicBezTo>
                  <a:cubicBezTo>
                    <a:pt x="127418" y="480219"/>
                    <a:pt x="97687" y="492968"/>
                    <a:pt x="97687" y="501468"/>
                  </a:cubicBezTo>
                  <a:cubicBezTo>
                    <a:pt x="97687" y="514217"/>
                    <a:pt x="97687" y="522716"/>
                    <a:pt x="110429" y="522716"/>
                  </a:cubicBezTo>
                  <a:cubicBezTo>
                    <a:pt x="123170" y="526966"/>
                    <a:pt x="131665" y="531216"/>
                    <a:pt x="131665" y="531216"/>
                  </a:cubicBezTo>
                  <a:cubicBezTo>
                    <a:pt x="131665" y="531216"/>
                    <a:pt x="135912" y="539715"/>
                    <a:pt x="135912" y="556714"/>
                  </a:cubicBezTo>
                  <a:cubicBezTo>
                    <a:pt x="135912" y="565214"/>
                    <a:pt x="131665" y="565214"/>
                    <a:pt x="131665" y="569463"/>
                  </a:cubicBezTo>
                  <a:cubicBezTo>
                    <a:pt x="131665" y="573713"/>
                    <a:pt x="114676" y="577963"/>
                    <a:pt x="110429" y="582212"/>
                  </a:cubicBezTo>
                  <a:cubicBezTo>
                    <a:pt x="97687" y="590712"/>
                    <a:pt x="101934" y="607711"/>
                    <a:pt x="118923" y="620460"/>
                  </a:cubicBezTo>
                  <a:cubicBezTo>
                    <a:pt x="127418" y="624710"/>
                    <a:pt x="135912" y="620460"/>
                    <a:pt x="140159" y="624710"/>
                  </a:cubicBezTo>
                  <a:cubicBezTo>
                    <a:pt x="144407" y="633209"/>
                    <a:pt x="135912" y="650208"/>
                    <a:pt x="131665" y="654458"/>
                  </a:cubicBezTo>
                  <a:cubicBezTo>
                    <a:pt x="127418" y="662957"/>
                    <a:pt x="118923" y="684206"/>
                    <a:pt x="101934" y="692705"/>
                  </a:cubicBezTo>
                  <a:cubicBezTo>
                    <a:pt x="84945" y="696955"/>
                    <a:pt x="67956" y="709704"/>
                    <a:pt x="16989" y="709704"/>
                  </a:cubicBezTo>
                  <a:cubicBezTo>
                    <a:pt x="8495" y="713954"/>
                    <a:pt x="4247" y="718204"/>
                    <a:pt x="0" y="730953"/>
                  </a:cubicBezTo>
                  <a:cubicBezTo>
                    <a:pt x="0" y="735203"/>
                    <a:pt x="4247" y="739452"/>
                    <a:pt x="0" y="747952"/>
                  </a:cubicBezTo>
                  <a:cubicBezTo>
                    <a:pt x="0" y="747952"/>
                    <a:pt x="4247" y="747952"/>
                    <a:pt x="4247" y="752201"/>
                  </a:cubicBezTo>
                  <a:cubicBezTo>
                    <a:pt x="12742" y="756451"/>
                    <a:pt x="25484" y="760701"/>
                    <a:pt x="33978" y="769200"/>
                  </a:cubicBezTo>
                  <a:cubicBezTo>
                    <a:pt x="38225" y="777700"/>
                    <a:pt x="33978" y="786199"/>
                    <a:pt x="55214" y="786199"/>
                  </a:cubicBezTo>
                  <a:cubicBezTo>
                    <a:pt x="84945" y="786199"/>
                    <a:pt x="89192" y="760701"/>
                    <a:pt x="114676" y="764951"/>
                  </a:cubicBezTo>
                  <a:cubicBezTo>
                    <a:pt x="135912" y="764951"/>
                    <a:pt x="118923" y="786199"/>
                    <a:pt x="118923" y="794699"/>
                  </a:cubicBezTo>
                  <a:cubicBezTo>
                    <a:pt x="118923" y="807448"/>
                    <a:pt x="106181" y="820197"/>
                    <a:pt x="101934" y="828697"/>
                  </a:cubicBezTo>
                  <a:cubicBezTo>
                    <a:pt x="93440" y="854195"/>
                    <a:pt x="106181" y="883943"/>
                    <a:pt x="123170" y="905192"/>
                  </a:cubicBezTo>
                  <a:cubicBezTo>
                    <a:pt x="131665" y="917941"/>
                    <a:pt x="161396" y="960438"/>
                    <a:pt x="182632" y="943439"/>
                  </a:cubicBezTo>
                  <a:cubicBezTo>
                    <a:pt x="191126" y="939189"/>
                    <a:pt x="220857" y="892442"/>
                    <a:pt x="229352" y="875443"/>
                  </a:cubicBezTo>
                  <a:cubicBezTo>
                    <a:pt x="237846" y="858445"/>
                    <a:pt x="242094" y="849945"/>
                    <a:pt x="242094" y="837196"/>
                  </a:cubicBezTo>
                  <a:cubicBezTo>
                    <a:pt x="242094" y="824447"/>
                    <a:pt x="225104" y="718204"/>
                    <a:pt x="233599" y="709704"/>
                  </a:cubicBezTo>
                  <a:cubicBezTo>
                    <a:pt x="246341" y="696955"/>
                    <a:pt x="271824" y="696955"/>
                    <a:pt x="288813" y="688456"/>
                  </a:cubicBezTo>
                  <a:cubicBezTo>
                    <a:pt x="318544" y="679956"/>
                    <a:pt x="348275" y="662957"/>
                    <a:pt x="378006" y="650208"/>
                  </a:cubicBezTo>
                  <a:cubicBezTo>
                    <a:pt x="386500" y="645958"/>
                    <a:pt x="394995" y="641709"/>
                    <a:pt x="407736" y="637459"/>
                  </a:cubicBezTo>
                  <a:cubicBezTo>
                    <a:pt x="420478" y="628959"/>
                    <a:pt x="428973" y="620460"/>
                    <a:pt x="441714" y="611960"/>
                  </a:cubicBezTo>
                  <a:cubicBezTo>
                    <a:pt x="450209" y="607711"/>
                    <a:pt x="467198" y="603461"/>
                    <a:pt x="471445" y="590712"/>
                  </a:cubicBezTo>
                  <a:cubicBezTo>
                    <a:pt x="475692" y="582212"/>
                    <a:pt x="484187" y="573713"/>
                    <a:pt x="479940" y="5652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>
            <a:xfrm>
              <a:off x="4741863" y="839788"/>
              <a:ext cx="225425" cy="768350"/>
            </a:xfrm>
            <a:custGeom>
              <a:avLst/>
              <a:gdLst>
                <a:gd name="T0" fmla="*/ 29 w 53"/>
                <a:gd name="T1" fmla="*/ 103 h 181"/>
                <a:gd name="T2" fmla="*/ 23 w 53"/>
                <a:gd name="T3" fmla="*/ 127 h 181"/>
                <a:gd name="T4" fmla="*/ 21 w 53"/>
                <a:gd name="T5" fmla="*/ 127 h 181"/>
                <a:gd name="T6" fmla="*/ 23 w 53"/>
                <a:gd name="T7" fmla="*/ 113 h 181"/>
                <a:gd name="T8" fmla="*/ 30 w 53"/>
                <a:gd name="T9" fmla="*/ 98 h 181"/>
                <a:gd name="T10" fmla="*/ 29 w 53"/>
                <a:gd name="T11" fmla="*/ 103 h 181"/>
                <a:gd name="T12" fmla="*/ 51 w 53"/>
                <a:gd name="T13" fmla="*/ 75 h 181"/>
                <a:gd name="T14" fmla="*/ 51 w 53"/>
                <a:gd name="T15" fmla="*/ 75 h 181"/>
                <a:gd name="T16" fmla="*/ 50 w 53"/>
                <a:gd name="T17" fmla="*/ 74 h 181"/>
                <a:gd name="T18" fmla="*/ 44 w 53"/>
                <a:gd name="T19" fmla="*/ 71 h 181"/>
                <a:gd name="T20" fmla="*/ 37 w 53"/>
                <a:gd name="T21" fmla="*/ 66 h 181"/>
                <a:gd name="T22" fmla="*/ 30 w 53"/>
                <a:gd name="T23" fmla="*/ 63 h 181"/>
                <a:gd name="T24" fmla="*/ 22 w 53"/>
                <a:gd name="T25" fmla="*/ 60 h 181"/>
                <a:gd name="T26" fmla="*/ 20 w 53"/>
                <a:gd name="T27" fmla="*/ 51 h 181"/>
                <a:gd name="T28" fmla="*/ 23 w 53"/>
                <a:gd name="T29" fmla="*/ 44 h 181"/>
                <a:gd name="T30" fmla="*/ 36 w 53"/>
                <a:gd name="T31" fmla="*/ 33 h 181"/>
                <a:gd name="T32" fmla="*/ 45 w 53"/>
                <a:gd name="T33" fmla="*/ 28 h 181"/>
                <a:gd name="T34" fmla="*/ 32 w 53"/>
                <a:gd name="T35" fmla="*/ 10 h 181"/>
                <a:gd name="T36" fmla="*/ 24 w 53"/>
                <a:gd name="T37" fmla="*/ 6 h 181"/>
                <a:gd name="T38" fmla="*/ 13 w 53"/>
                <a:gd name="T39" fmla="*/ 3 h 181"/>
                <a:gd name="T40" fmla="*/ 2 w 53"/>
                <a:gd name="T41" fmla="*/ 2 h 181"/>
                <a:gd name="T42" fmla="*/ 8 w 53"/>
                <a:gd name="T43" fmla="*/ 11 h 181"/>
                <a:gd name="T44" fmla="*/ 13 w 53"/>
                <a:gd name="T45" fmla="*/ 19 h 181"/>
                <a:gd name="T46" fmla="*/ 16 w 53"/>
                <a:gd name="T47" fmla="*/ 27 h 181"/>
                <a:gd name="T48" fmla="*/ 21 w 53"/>
                <a:gd name="T49" fmla="*/ 36 h 181"/>
                <a:gd name="T50" fmla="*/ 17 w 53"/>
                <a:gd name="T51" fmla="*/ 52 h 181"/>
                <a:gd name="T52" fmla="*/ 13 w 53"/>
                <a:gd name="T53" fmla="*/ 57 h 181"/>
                <a:gd name="T54" fmla="*/ 14 w 53"/>
                <a:gd name="T55" fmla="*/ 76 h 181"/>
                <a:gd name="T56" fmla="*/ 20 w 53"/>
                <a:gd name="T57" fmla="*/ 95 h 181"/>
                <a:gd name="T58" fmla="*/ 18 w 53"/>
                <a:gd name="T59" fmla="*/ 114 h 181"/>
                <a:gd name="T60" fmla="*/ 13 w 53"/>
                <a:gd name="T61" fmla="*/ 136 h 181"/>
                <a:gd name="T62" fmla="*/ 10 w 53"/>
                <a:gd name="T63" fmla="*/ 150 h 181"/>
                <a:gd name="T64" fmla="*/ 6 w 53"/>
                <a:gd name="T65" fmla="*/ 157 h 181"/>
                <a:gd name="T66" fmla="*/ 8 w 53"/>
                <a:gd name="T67" fmla="*/ 165 h 181"/>
                <a:gd name="T68" fmla="*/ 16 w 53"/>
                <a:gd name="T69" fmla="*/ 179 h 181"/>
                <a:gd name="T70" fmla="*/ 25 w 53"/>
                <a:gd name="T71" fmla="*/ 166 h 181"/>
                <a:gd name="T72" fmla="*/ 31 w 53"/>
                <a:gd name="T73" fmla="*/ 147 h 181"/>
                <a:gd name="T74" fmla="*/ 34 w 53"/>
                <a:gd name="T75" fmla="*/ 137 h 181"/>
                <a:gd name="T76" fmla="*/ 33 w 53"/>
                <a:gd name="T77" fmla="*/ 125 h 181"/>
                <a:gd name="T78" fmla="*/ 33 w 53"/>
                <a:gd name="T79" fmla="*/ 105 h 181"/>
                <a:gd name="T80" fmla="*/ 34 w 53"/>
                <a:gd name="T81" fmla="*/ 93 h 181"/>
                <a:gd name="T82" fmla="*/ 42 w 53"/>
                <a:gd name="T83" fmla="*/ 84 h 181"/>
                <a:gd name="T84" fmla="*/ 52 w 53"/>
                <a:gd name="T85" fmla="*/ 82 h 181"/>
                <a:gd name="T86" fmla="*/ 52 w 53"/>
                <a:gd name="T87" fmla="*/ 81 h 181"/>
                <a:gd name="T88" fmla="*/ 51 w 53"/>
                <a:gd name="T89" fmla="*/ 80 h 181"/>
                <a:gd name="T90" fmla="*/ 52 w 53"/>
                <a:gd name="T91" fmla="*/ 77 h 181"/>
                <a:gd name="T92" fmla="*/ 52 w 53"/>
                <a:gd name="T93" fmla="*/ 77 h 181"/>
                <a:gd name="T94" fmla="*/ 51 w 53"/>
                <a:gd name="T95" fmla="*/ 7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5425" h="768350">
                  <a:moveTo>
                    <a:pt x="123346" y="437238"/>
                  </a:moveTo>
                  <a:cubicBezTo>
                    <a:pt x="123346" y="445728"/>
                    <a:pt x="102079" y="530628"/>
                    <a:pt x="97826" y="539119"/>
                  </a:cubicBezTo>
                  <a:cubicBezTo>
                    <a:pt x="89319" y="547609"/>
                    <a:pt x="89319" y="547609"/>
                    <a:pt x="89319" y="539119"/>
                  </a:cubicBezTo>
                  <a:cubicBezTo>
                    <a:pt x="89319" y="530628"/>
                    <a:pt x="93573" y="513648"/>
                    <a:pt x="97826" y="479688"/>
                  </a:cubicBezTo>
                  <a:cubicBezTo>
                    <a:pt x="106333" y="445728"/>
                    <a:pt x="127599" y="416013"/>
                    <a:pt x="127599" y="416013"/>
                  </a:cubicBezTo>
                  <a:cubicBezTo>
                    <a:pt x="127599" y="428748"/>
                    <a:pt x="123346" y="428748"/>
                    <a:pt x="123346" y="437238"/>
                  </a:cubicBezTo>
                  <a:moveTo>
                    <a:pt x="216918" y="318377"/>
                  </a:moveTo>
                  <a:cubicBezTo>
                    <a:pt x="216918" y="318377"/>
                    <a:pt x="216918" y="318377"/>
                    <a:pt x="216918" y="318377"/>
                  </a:cubicBezTo>
                  <a:cubicBezTo>
                    <a:pt x="216918" y="318377"/>
                    <a:pt x="212665" y="318377"/>
                    <a:pt x="212665" y="314132"/>
                  </a:cubicBezTo>
                  <a:cubicBezTo>
                    <a:pt x="212665" y="309887"/>
                    <a:pt x="187145" y="309887"/>
                    <a:pt x="187145" y="301397"/>
                  </a:cubicBezTo>
                  <a:cubicBezTo>
                    <a:pt x="182892" y="284417"/>
                    <a:pt x="165879" y="280172"/>
                    <a:pt x="157372" y="280172"/>
                  </a:cubicBezTo>
                  <a:cubicBezTo>
                    <a:pt x="148866" y="280172"/>
                    <a:pt x="131852" y="271682"/>
                    <a:pt x="127599" y="267437"/>
                  </a:cubicBezTo>
                  <a:cubicBezTo>
                    <a:pt x="119092" y="263192"/>
                    <a:pt x="102079" y="258947"/>
                    <a:pt x="93573" y="254702"/>
                  </a:cubicBezTo>
                  <a:cubicBezTo>
                    <a:pt x="85066" y="246212"/>
                    <a:pt x="89319" y="224986"/>
                    <a:pt x="85066" y="216496"/>
                  </a:cubicBezTo>
                  <a:cubicBezTo>
                    <a:pt x="85066" y="208006"/>
                    <a:pt x="93573" y="195271"/>
                    <a:pt x="97826" y="186781"/>
                  </a:cubicBezTo>
                  <a:cubicBezTo>
                    <a:pt x="106333" y="165556"/>
                    <a:pt x="131852" y="144331"/>
                    <a:pt x="153119" y="140086"/>
                  </a:cubicBezTo>
                  <a:cubicBezTo>
                    <a:pt x="170132" y="140086"/>
                    <a:pt x="182892" y="135841"/>
                    <a:pt x="191399" y="118861"/>
                  </a:cubicBezTo>
                  <a:cubicBezTo>
                    <a:pt x="212665" y="80656"/>
                    <a:pt x="165879" y="50940"/>
                    <a:pt x="136106" y="42450"/>
                  </a:cubicBezTo>
                  <a:cubicBezTo>
                    <a:pt x="119092" y="33960"/>
                    <a:pt x="110586" y="29715"/>
                    <a:pt x="102079" y="25470"/>
                  </a:cubicBezTo>
                  <a:cubicBezTo>
                    <a:pt x="93573" y="25470"/>
                    <a:pt x="63800" y="16980"/>
                    <a:pt x="55293" y="12735"/>
                  </a:cubicBezTo>
                  <a:cubicBezTo>
                    <a:pt x="42533" y="8490"/>
                    <a:pt x="21267" y="0"/>
                    <a:pt x="8507" y="8490"/>
                  </a:cubicBezTo>
                  <a:cubicBezTo>
                    <a:pt x="0" y="16980"/>
                    <a:pt x="12760" y="29715"/>
                    <a:pt x="34026" y="46695"/>
                  </a:cubicBezTo>
                  <a:cubicBezTo>
                    <a:pt x="46786" y="59430"/>
                    <a:pt x="55293" y="67920"/>
                    <a:pt x="55293" y="80656"/>
                  </a:cubicBezTo>
                  <a:cubicBezTo>
                    <a:pt x="59546" y="97636"/>
                    <a:pt x="59546" y="101881"/>
                    <a:pt x="68053" y="114616"/>
                  </a:cubicBezTo>
                  <a:cubicBezTo>
                    <a:pt x="80813" y="127351"/>
                    <a:pt x="89319" y="135841"/>
                    <a:pt x="89319" y="152821"/>
                  </a:cubicBezTo>
                  <a:cubicBezTo>
                    <a:pt x="89319" y="169801"/>
                    <a:pt x="76559" y="212251"/>
                    <a:pt x="72306" y="220741"/>
                  </a:cubicBezTo>
                  <a:cubicBezTo>
                    <a:pt x="68053" y="229231"/>
                    <a:pt x="59546" y="233477"/>
                    <a:pt x="55293" y="241967"/>
                  </a:cubicBezTo>
                  <a:cubicBezTo>
                    <a:pt x="38280" y="267437"/>
                    <a:pt x="42533" y="292907"/>
                    <a:pt x="59546" y="322622"/>
                  </a:cubicBezTo>
                  <a:cubicBezTo>
                    <a:pt x="72306" y="343847"/>
                    <a:pt x="85066" y="386298"/>
                    <a:pt x="85066" y="403278"/>
                  </a:cubicBezTo>
                  <a:cubicBezTo>
                    <a:pt x="89319" y="424503"/>
                    <a:pt x="80813" y="471198"/>
                    <a:pt x="76559" y="483933"/>
                  </a:cubicBezTo>
                  <a:cubicBezTo>
                    <a:pt x="72306" y="500913"/>
                    <a:pt x="63800" y="526383"/>
                    <a:pt x="55293" y="577324"/>
                  </a:cubicBezTo>
                  <a:cubicBezTo>
                    <a:pt x="51040" y="624019"/>
                    <a:pt x="46786" y="632509"/>
                    <a:pt x="42533" y="636754"/>
                  </a:cubicBezTo>
                  <a:cubicBezTo>
                    <a:pt x="38280" y="636754"/>
                    <a:pt x="29773" y="657979"/>
                    <a:pt x="25520" y="666469"/>
                  </a:cubicBezTo>
                  <a:cubicBezTo>
                    <a:pt x="21267" y="674959"/>
                    <a:pt x="34026" y="691940"/>
                    <a:pt x="34026" y="700430"/>
                  </a:cubicBezTo>
                  <a:cubicBezTo>
                    <a:pt x="38280" y="721655"/>
                    <a:pt x="34026" y="768350"/>
                    <a:pt x="68053" y="759860"/>
                  </a:cubicBezTo>
                  <a:cubicBezTo>
                    <a:pt x="102079" y="751370"/>
                    <a:pt x="97826" y="742880"/>
                    <a:pt x="106333" y="704675"/>
                  </a:cubicBezTo>
                  <a:cubicBezTo>
                    <a:pt x="114839" y="674959"/>
                    <a:pt x="127599" y="657979"/>
                    <a:pt x="131852" y="624019"/>
                  </a:cubicBezTo>
                  <a:cubicBezTo>
                    <a:pt x="136106" y="594304"/>
                    <a:pt x="144612" y="594304"/>
                    <a:pt x="144612" y="581569"/>
                  </a:cubicBezTo>
                  <a:cubicBezTo>
                    <a:pt x="144612" y="573079"/>
                    <a:pt x="140359" y="560344"/>
                    <a:pt x="140359" y="530628"/>
                  </a:cubicBezTo>
                  <a:cubicBezTo>
                    <a:pt x="140359" y="505158"/>
                    <a:pt x="140359" y="458463"/>
                    <a:pt x="140359" y="445728"/>
                  </a:cubicBezTo>
                  <a:cubicBezTo>
                    <a:pt x="140359" y="428748"/>
                    <a:pt x="144612" y="416013"/>
                    <a:pt x="144612" y="394788"/>
                  </a:cubicBezTo>
                  <a:cubicBezTo>
                    <a:pt x="148866" y="373562"/>
                    <a:pt x="165879" y="365072"/>
                    <a:pt x="178639" y="356582"/>
                  </a:cubicBezTo>
                  <a:cubicBezTo>
                    <a:pt x="182892" y="356582"/>
                    <a:pt x="216918" y="348092"/>
                    <a:pt x="221172" y="348092"/>
                  </a:cubicBezTo>
                  <a:cubicBezTo>
                    <a:pt x="225425" y="348092"/>
                    <a:pt x="221172" y="343847"/>
                    <a:pt x="221172" y="343847"/>
                  </a:cubicBezTo>
                  <a:cubicBezTo>
                    <a:pt x="225425" y="339602"/>
                    <a:pt x="216918" y="339602"/>
                    <a:pt x="216918" y="339602"/>
                  </a:cubicBezTo>
                  <a:cubicBezTo>
                    <a:pt x="216918" y="335357"/>
                    <a:pt x="221172" y="326867"/>
                    <a:pt x="221172" y="326867"/>
                  </a:cubicBezTo>
                  <a:cubicBezTo>
                    <a:pt x="221172" y="326867"/>
                    <a:pt x="221172" y="326867"/>
                    <a:pt x="221172" y="326867"/>
                  </a:cubicBezTo>
                  <a:cubicBezTo>
                    <a:pt x="216918" y="322622"/>
                    <a:pt x="216918" y="322622"/>
                    <a:pt x="216918" y="31837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-1" y="2244423"/>
            <a:ext cx="12192001" cy="1903413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="ctr"/>
          <a:lstStyle/>
          <a:p>
            <a:pPr marL="0" lvl="0" indent="0" algn="just" defTabSz="91440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35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等线"/>
              <a:ea typeface="等线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3376" y="2697773"/>
            <a:ext cx="11515724" cy="742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实验四：</a:t>
            </a:r>
            <a:r>
              <a:rPr lang="en-US" altLang="zh-CN" sz="36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32</a:t>
            </a:r>
            <a:r>
              <a:rPr lang="zh-CN" altLang="en-US" sz="36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位</a:t>
            </a:r>
            <a:r>
              <a:rPr lang="en-US" altLang="zh-CN" sz="36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RISC</a:t>
            </a:r>
            <a:r>
              <a:rPr lang="zh-CN" altLang="en-US" sz="36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处理器的设计与实现</a:t>
            </a:r>
          </a:p>
        </p:txBody>
      </p:sp>
    </p:spTree>
    <p:extLst>
      <p:ext uri="{BB962C8B-B14F-4D97-AF65-F5344CB8AC3E}">
        <p14:creationId xmlns:p14="http://schemas.microsoft.com/office/powerpoint/2010/main" val="325450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4CB5-12DC-0CF5-C73D-6101B76D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6C866F0-D2FB-178E-A305-6DE2FBF5F07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31B19-BE71-CAE3-FEA4-32CB964D94A9}"/>
              </a:ext>
            </a:extLst>
          </p:cNvPr>
          <p:cNvSpPr/>
          <p:nvPr/>
        </p:nvSpPr>
        <p:spPr>
          <a:xfrm>
            <a:off x="1172251" y="3068629"/>
            <a:ext cx="1641475" cy="73212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 验 四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1BA01A0-28EF-6EC9-394B-035671C7A8A5}"/>
              </a:ext>
            </a:extLst>
          </p:cNvPr>
          <p:cNvGrpSpPr/>
          <p:nvPr/>
        </p:nvGrpSpPr>
        <p:grpSpPr>
          <a:xfrm>
            <a:off x="4731215" y="1191834"/>
            <a:ext cx="5874985" cy="4482705"/>
            <a:chOff x="4756382" y="1342836"/>
            <a:chExt cx="5874985" cy="448270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88B4DDC-9CF8-1A2D-6FC5-B6E894FA20E3}"/>
                </a:ext>
              </a:extLst>
            </p:cNvPr>
            <p:cNvGrpSpPr/>
            <p:nvPr/>
          </p:nvGrpSpPr>
          <p:grpSpPr>
            <a:xfrm>
              <a:off x="4756382" y="1342836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053C0A81-BC02-AA23-8D55-27BA523884F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D7BA8F16-EB58-3C00-C83E-3D9FD4CDDAD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实验简介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89BEC95-C978-A5AF-909D-9A6486E622D1}"/>
                </a:ext>
              </a:extLst>
            </p:cNvPr>
            <p:cNvGrpSpPr/>
            <p:nvPr/>
          </p:nvGrpSpPr>
          <p:grpSpPr>
            <a:xfrm>
              <a:off x="4756382" y="2583361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40F4DF26-45FB-EC63-71EF-32EEB762E84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32A4B49E-764D-48F1-F75E-CA7769A55C0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实验内容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7C3A493-F61D-AF7B-3314-9E03BC094D9A}"/>
                </a:ext>
              </a:extLst>
            </p:cNvPr>
            <p:cNvGrpSpPr/>
            <p:nvPr/>
          </p:nvGrpSpPr>
          <p:grpSpPr>
            <a:xfrm>
              <a:off x="4756382" y="5064411"/>
              <a:ext cx="5874985" cy="761130"/>
              <a:chOff x="7532" y="3579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6E91F9E8-A168-827B-88D5-BAE3D1DF0F9F}"/>
                  </a:ext>
                </a:extLst>
              </p:cNvPr>
              <p:cNvSpPr/>
              <p:nvPr/>
            </p:nvSpPr>
            <p:spPr>
              <a:xfrm>
                <a:off x="7532" y="3579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104E917D-0C5F-99A0-17AD-2CF86A9C605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3712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实验评分依据</a:t>
                </a: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B271702-C74F-FCDD-77AA-87390E2D2A1E}"/>
                </a:ext>
              </a:extLst>
            </p:cNvPr>
            <p:cNvGrpSpPr/>
            <p:nvPr/>
          </p:nvGrpSpPr>
          <p:grpSpPr>
            <a:xfrm>
              <a:off x="4756382" y="3823886"/>
              <a:ext cx="5443843" cy="761130"/>
              <a:chOff x="7532" y="2656"/>
              <a:chExt cx="6086" cy="899"/>
            </a:xfrm>
          </p:grpSpPr>
          <p:sp>
            <p:nvSpPr>
              <p:cNvPr id="3" name="圆角矩形 5">
                <a:extLst>
                  <a:ext uri="{FF2B5EF4-FFF2-40B4-BE49-F238E27FC236}">
                    <a16:creationId xmlns:a16="http://schemas.microsoft.com/office/drawing/2014/main" id="{EF799E84-1795-657E-43D2-BCA5EAF5B41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" name="MH_SubTitle_1">
                <a:extLst>
                  <a:ext uri="{FF2B5EF4-FFF2-40B4-BE49-F238E27FC236}">
                    <a16:creationId xmlns:a16="http://schemas.microsoft.com/office/drawing/2014/main" id="{98DA95F2-0509-ACC8-E321-A955E72A99D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实验建议步骤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792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71EC-EC43-DC23-C3E3-38E08AA5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36280-7D36-78E4-60F4-AEC744721B4F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787059-4B35-9EF9-5D0D-6553E2149072}"/>
              </a:ext>
            </a:extLst>
          </p:cNvPr>
          <p:cNvSpPr/>
          <p:nvPr/>
        </p:nvSpPr>
        <p:spPr>
          <a:xfrm>
            <a:off x="1172251" y="3068629"/>
            <a:ext cx="1641475" cy="73212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 验 四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8EA75EF-7FD8-67C4-3AA4-0366D80D6AB8}"/>
              </a:ext>
            </a:extLst>
          </p:cNvPr>
          <p:cNvGrpSpPr/>
          <p:nvPr/>
        </p:nvGrpSpPr>
        <p:grpSpPr>
          <a:xfrm>
            <a:off x="4731215" y="1191834"/>
            <a:ext cx="5874985" cy="4482705"/>
            <a:chOff x="4756382" y="1342836"/>
            <a:chExt cx="5874985" cy="448270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7AA116C-075D-70B1-7214-B3AD96864C30}"/>
                </a:ext>
              </a:extLst>
            </p:cNvPr>
            <p:cNvGrpSpPr/>
            <p:nvPr/>
          </p:nvGrpSpPr>
          <p:grpSpPr>
            <a:xfrm>
              <a:off x="4756382" y="1342836"/>
              <a:ext cx="5443843" cy="761130"/>
              <a:chOff x="7532" y="2656"/>
              <a:chExt cx="6086" cy="899"/>
            </a:xfrm>
          </p:grpSpPr>
          <p:sp>
            <p:nvSpPr>
              <p:cNvPr id="21" name="圆角矩形 5">
                <a:extLst>
                  <a:ext uri="{FF2B5EF4-FFF2-40B4-BE49-F238E27FC236}">
                    <a16:creationId xmlns:a16="http://schemas.microsoft.com/office/drawing/2014/main" id="{FBF722F1-DCCB-2C66-3E92-C5944EE1489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MH_SubTitle_1">
                <a:extLst>
                  <a:ext uri="{FF2B5EF4-FFF2-40B4-BE49-F238E27FC236}">
                    <a16:creationId xmlns:a16="http://schemas.microsoft.com/office/drawing/2014/main" id="{E985F7B8-4C05-0F70-31AB-D6EB07010AE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实验简介</a:t>
                </a: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4924879-6C26-E70A-4847-7CDC83AB87A3}"/>
                </a:ext>
              </a:extLst>
            </p:cNvPr>
            <p:cNvGrpSpPr/>
            <p:nvPr/>
          </p:nvGrpSpPr>
          <p:grpSpPr>
            <a:xfrm>
              <a:off x="4756382" y="2583361"/>
              <a:ext cx="5443843" cy="761130"/>
              <a:chOff x="7532" y="2656"/>
              <a:chExt cx="6086" cy="899"/>
            </a:xfrm>
          </p:grpSpPr>
          <p:sp>
            <p:nvSpPr>
              <p:cNvPr id="19" name="圆角矩形 5">
                <a:extLst>
                  <a:ext uri="{FF2B5EF4-FFF2-40B4-BE49-F238E27FC236}">
                    <a16:creationId xmlns:a16="http://schemas.microsoft.com/office/drawing/2014/main" id="{1D2609B1-AFC3-144E-8A7E-3AEC0AAE49E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MH_SubTitle_1">
                <a:extLst>
                  <a:ext uri="{FF2B5EF4-FFF2-40B4-BE49-F238E27FC236}">
                    <a16:creationId xmlns:a16="http://schemas.microsoft.com/office/drawing/2014/main" id="{F7438981-C0B6-C300-614F-5278E94AA32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实验内容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FFC64AC-4CED-181D-78B5-1A16DD988041}"/>
                </a:ext>
              </a:extLst>
            </p:cNvPr>
            <p:cNvGrpSpPr/>
            <p:nvPr/>
          </p:nvGrpSpPr>
          <p:grpSpPr>
            <a:xfrm>
              <a:off x="4756382" y="5064411"/>
              <a:ext cx="5874985" cy="761130"/>
              <a:chOff x="7532" y="3579"/>
              <a:chExt cx="6568" cy="899"/>
            </a:xfrm>
          </p:grpSpPr>
          <p:sp>
            <p:nvSpPr>
              <p:cNvPr id="17" name="圆角矩形 5">
                <a:extLst>
                  <a:ext uri="{FF2B5EF4-FFF2-40B4-BE49-F238E27FC236}">
                    <a16:creationId xmlns:a16="http://schemas.microsoft.com/office/drawing/2014/main" id="{C0E201C0-0232-E216-EEDE-E7747FE3CDCF}"/>
                  </a:ext>
                </a:extLst>
              </p:cNvPr>
              <p:cNvSpPr/>
              <p:nvPr/>
            </p:nvSpPr>
            <p:spPr>
              <a:xfrm>
                <a:off x="7532" y="3579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MH_SubTitle_1">
                <a:extLst>
                  <a:ext uri="{FF2B5EF4-FFF2-40B4-BE49-F238E27FC236}">
                    <a16:creationId xmlns:a16="http://schemas.microsoft.com/office/drawing/2014/main" id="{EC700C7C-CDAA-9EDB-69AD-677CF2E7358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3712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实验评分依据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4FF2F32-6BD5-44FD-E6E0-6489F3324A0A}"/>
                </a:ext>
              </a:extLst>
            </p:cNvPr>
            <p:cNvGrpSpPr/>
            <p:nvPr/>
          </p:nvGrpSpPr>
          <p:grpSpPr>
            <a:xfrm>
              <a:off x="4756382" y="3823886"/>
              <a:ext cx="5443843" cy="761130"/>
              <a:chOff x="7532" y="2656"/>
              <a:chExt cx="6086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FF41E4A1-8ECD-1749-8C72-7CACC02C5A0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1B9DED10-C221-A7CD-D92A-CC314BE8770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实验建议步骤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751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实验简介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132DD7-6CA6-E56B-87C6-B59DCA044568}"/>
              </a:ext>
            </a:extLst>
          </p:cNvPr>
          <p:cNvSpPr txBox="1"/>
          <p:nvPr/>
        </p:nvSpPr>
        <p:spPr>
          <a:xfrm>
            <a:off x="349718" y="1280159"/>
            <a:ext cx="11492564" cy="4540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采用硬件描述语言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SystemVerilog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设计并实现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处理器（</a:t>
            </a:r>
            <a:r>
              <a:rPr lang="en-US" altLang="zh-CN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MIPS32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LA32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任选其一）的微架构。该处理器采用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哈佛结构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指令，支持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位通用寄存器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。处理器微架构可选用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中任意一种实现（依据不同实现方式的难度进行评分）。所设计的处理器可以直接使用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实验一设计的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，并与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实验二设计的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和其它外设构成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完成仿真、综合和实现，最终在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云平台上通过功能验证。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91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29FD-EFAF-5E47-6275-68B09A52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BCB5221-6281-9BA8-9ECE-1BC39ED8005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F6C9AD-EEF6-B33A-49AD-EC54C39393DC}"/>
              </a:ext>
            </a:extLst>
          </p:cNvPr>
          <p:cNvSpPr/>
          <p:nvPr/>
        </p:nvSpPr>
        <p:spPr>
          <a:xfrm>
            <a:off x="1172251" y="3068629"/>
            <a:ext cx="1641475" cy="73212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 验 四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8AEE084-A08D-618C-5EAC-B1B9913018E3}"/>
              </a:ext>
            </a:extLst>
          </p:cNvPr>
          <p:cNvGrpSpPr/>
          <p:nvPr/>
        </p:nvGrpSpPr>
        <p:grpSpPr>
          <a:xfrm>
            <a:off x="4731215" y="1191834"/>
            <a:ext cx="5874985" cy="4482705"/>
            <a:chOff x="4756382" y="1342836"/>
            <a:chExt cx="5874985" cy="448270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3D6A6C4-6605-3F43-C267-547A63D2AC01}"/>
                </a:ext>
              </a:extLst>
            </p:cNvPr>
            <p:cNvGrpSpPr/>
            <p:nvPr/>
          </p:nvGrpSpPr>
          <p:grpSpPr>
            <a:xfrm>
              <a:off x="4756382" y="1342836"/>
              <a:ext cx="5443843" cy="761130"/>
              <a:chOff x="7532" y="2656"/>
              <a:chExt cx="6086" cy="899"/>
            </a:xfrm>
          </p:grpSpPr>
          <p:sp>
            <p:nvSpPr>
              <p:cNvPr id="21" name="圆角矩形 5">
                <a:extLst>
                  <a:ext uri="{FF2B5EF4-FFF2-40B4-BE49-F238E27FC236}">
                    <a16:creationId xmlns:a16="http://schemas.microsoft.com/office/drawing/2014/main" id="{75539DC8-ED6E-C8D2-7D05-C4AA00EEEEF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MH_SubTitle_1">
                <a:extLst>
                  <a:ext uri="{FF2B5EF4-FFF2-40B4-BE49-F238E27FC236}">
                    <a16:creationId xmlns:a16="http://schemas.microsoft.com/office/drawing/2014/main" id="{2BB0E4F1-DA68-AAFF-1809-AF526BDC043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实验简介</a:t>
                </a: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9376621-88D1-3C03-7F36-E396BE345C19}"/>
                </a:ext>
              </a:extLst>
            </p:cNvPr>
            <p:cNvGrpSpPr/>
            <p:nvPr/>
          </p:nvGrpSpPr>
          <p:grpSpPr>
            <a:xfrm>
              <a:off x="4756382" y="2583361"/>
              <a:ext cx="5443843" cy="761130"/>
              <a:chOff x="7532" y="2656"/>
              <a:chExt cx="6086" cy="899"/>
            </a:xfrm>
          </p:grpSpPr>
          <p:sp>
            <p:nvSpPr>
              <p:cNvPr id="19" name="圆角矩形 5">
                <a:extLst>
                  <a:ext uri="{FF2B5EF4-FFF2-40B4-BE49-F238E27FC236}">
                    <a16:creationId xmlns:a16="http://schemas.microsoft.com/office/drawing/2014/main" id="{E868AAF1-1F47-9AE0-8821-DAFCBF8BAFB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MH_SubTitle_1">
                <a:extLst>
                  <a:ext uri="{FF2B5EF4-FFF2-40B4-BE49-F238E27FC236}">
                    <a16:creationId xmlns:a16="http://schemas.microsoft.com/office/drawing/2014/main" id="{8DE01B3C-B7D2-EEBA-B177-74EF3120D1C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实验内容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D1E9772-CC6F-4DCE-302B-60603418864B}"/>
                </a:ext>
              </a:extLst>
            </p:cNvPr>
            <p:cNvGrpSpPr/>
            <p:nvPr/>
          </p:nvGrpSpPr>
          <p:grpSpPr>
            <a:xfrm>
              <a:off x="4756382" y="5064411"/>
              <a:ext cx="5874985" cy="761130"/>
              <a:chOff x="7532" y="3579"/>
              <a:chExt cx="6568" cy="899"/>
            </a:xfrm>
          </p:grpSpPr>
          <p:sp>
            <p:nvSpPr>
              <p:cNvPr id="17" name="圆角矩形 5">
                <a:extLst>
                  <a:ext uri="{FF2B5EF4-FFF2-40B4-BE49-F238E27FC236}">
                    <a16:creationId xmlns:a16="http://schemas.microsoft.com/office/drawing/2014/main" id="{3120A0AE-7A73-9849-3D7C-3BFB902EFA9E}"/>
                  </a:ext>
                </a:extLst>
              </p:cNvPr>
              <p:cNvSpPr/>
              <p:nvPr/>
            </p:nvSpPr>
            <p:spPr>
              <a:xfrm>
                <a:off x="7532" y="3579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MH_SubTitle_1">
                <a:extLst>
                  <a:ext uri="{FF2B5EF4-FFF2-40B4-BE49-F238E27FC236}">
                    <a16:creationId xmlns:a16="http://schemas.microsoft.com/office/drawing/2014/main" id="{341A3329-2265-B7FB-9737-EA1D7609D6E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3712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实验评分依据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08E9BD1-91FB-6577-32EB-3E10A8609CFF}"/>
                </a:ext>
              </a:extLst>
            </p:cNvPr>
            <p:cNvGrpSpPr/>
            <p:nvPr/>
          </p:nvGrpSpPr>
          <p:grpSpPr>
            <a:xfrm>
              <a:off x="4756382" y="3823886"/>
              <a:ext cx="5443843" cy="761130"/>
              <a:chOff x="7532" y="2656"/>
              <a:chExt cx="6086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BEDFE398-57A5-55FE-3128-ED764100631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A2A200FE-3279-A3A2-6A5B-83149D779B5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实验建议步骤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065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7248-A007-55D2-E9D1-0C6C9FFF9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FAB1263-F362-40F2-C08F-A5A3DC8DFEC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2228340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实验任务一：处理器核的设计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en-US" altLang="zh-CN" sz="3200" b="1" dirty="0" err="1">
                <a:solidFill>
                  <a:srgbClr val="FFFFFF"/>
                </a:solidFill>
                <a:latin typeface="微软雅黑"/>
                <a:ea typeface="微软雅黑"/>
              </a:rPr>
              <a:t>Level1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（</a:t>
            </a:r>
            <a:r>
              <a:rPr lang="en-US" altLang="zh-CN" sz="3200" b="1" dirty="0" err="1">
                <a:solidFill>
                  <a:srgbClr val="FFFFFF"/>
                </a:solidFill>
                <a:latin typeface="微软雅黑"/>
                <a:ea typeface="微软雅黑"/>
              </a:rPr>
              <a:t>MiniMIPS32_Lite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0532D3-BE4A-7348-D272-F1A52A35FAE6}"/>
              </a:ext>
            </a:extLst>
          </p:cNvPr>
          <p:cNvSpPr txBox="1"/>
          <p:nvPr/>
        </p:nvSpPr>
        <p:spPr>
          <a:xfrm>
            <a:off x="349718" y="1280159"/>
            <a:ext cx="11492564" cy="499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MiniMIPS32_Lite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处理器所需实现的功能：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处理器微架构任选（单周期、多周期、流水线）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哈佛存储结构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采用小端模式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位寄存器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条指令（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条必做，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条随机，每个小组的指令与实验三相同）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采用的设计和验证方法：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基于硬件描述语言和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进行设计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testbench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，并自主编写测试程序进行仿真验证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938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B791-5CF2-056F-E2BC-170FF9F3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B7FA210-64D6-873B-0C87-505DF73A3E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8" y="73852"/>
            <a:ext cx="12271069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实验任务一：处理器核的设计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en-US" altLang="zh-CN" sz="3200" b="1" dirty="0" err="1">
                <a:solidFill>
                  <a:srgbClr val="FFFFFF"/>
                </a:solidFill>
                <a:latin typeface="微软雅黑"/>
                <a:ea typeface="微软雅黑"/>
              </a:rPr>
              <a:t>Level2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（</a:t>
            </a:r>
            <a:r>
              <a:rPr lang="en-US" altLang="zh-CN" sz="3200" b="1" dirty="0" err="1">
                <a:solidFill>
                  <a:srgbClr val="FFFFFF"/>
                </a:solidFill>
                <a:latin typeface="微软雅黑"/>
                <a:ea typeface="微软雅黑"/>
              </a:rPr>
              <a:t>Loongarch32_Lite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6941CD-DF36-5087-388C-E4EB49B55528}"/>
              </a:ext>
            </a:extLst>
          </p:cNvPr>
          <p:cNvSpPr txBox="1"/>
          <p:nvPr/>
        </p:nvSpPr>
        <p:spPr>
          <a:xfrm>
            <a:off x="349718" y="1280159"/>
            <a:ext cx="11492564" cy="499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Loongarch32_Lite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处理器所需实现的功能：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处理器微架构任选（单周期、多周期、流水线）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哈佛存储结构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采用小端模式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位寄存器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条指令（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条必做，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条随机，每个小组的指令与实验三相同）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采用的设计和验证方法：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基于硬件描述语言和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Xilinx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进行设计</a:t>
            </a: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testbench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，并自主编写测试程序进行仿真验证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05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B4FCB-1C27-EBAD-BB7A-D243CFDA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1EDC9EB-9EDD-224C-90F2-E06DDEFF49FB}"/>
              </a:ext>
            </a:extLst>
          </p:cNvPr>
          <p:cNvSpPr/>
          <p:nvPr/>
        </p:nvSpPr>
        <p:spPr>
          <a:xfrm>
            <a:off x="5605244" y="3893889"/>
            <a:ext cx="1174459" cy="11814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87ADB0-5C66-B3B4-AB89-F1E9A1A68A0E}"/>
              </a:ext>
            </a:extLst>
          </p:cNvPr>
          <p:cNvSpPr/>
          <p:nvPr/>
        </p:nvSpPr>
        <p:spPr>
          <a:xfrm>
            <a:off x="5605244" y="2601985"/>
            <a:ext cx="1174459" cy="4180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7CCFAB-9952-5B4A-F486-52C1C21A0703}"/>
              </a:ext>
            </a:extLst>
          </p:cNvPr>
          <p:cNvSpPr/>
          <p:nvPr/>
        </p:nvSpPr>
        <p:spPr>
          <a:xfrm>
            <a:off x="3758268" y="1736521"/>
            <a:ext cx="1174459" cy="3271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MH_SubTitle_1">
            <a:extLst>
              <a:ext uri="{FF2B5EF4-FFF2-40B4-BE49-F238E27FC236}">
                <a16:creationId xmlns:a16="http://schemas.microsoft.com/office/drawing/2014/main" id="{B8717EDB-5A20-DF85-4C1B-0D3272AFA0C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1"/>
            <a:ext cx="10752976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实验任务一：处理器核的设计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阶段测试（原型系统）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pic>
        <p:nvPicPr>
          <p:cNvPr id="2" name="F360BE8B-6686-4F3D-AEAF-501FE73E4058-2">
            <a:extLst>
              <a:ext uri="{FF2B5EF4-FFF2-40B4-BE49-F238E27FC236}">
                <a16:creationId xmlns:a16="http://schemas.microsoft.com/office/drawing/2014/main" id="{8E05ED4F-9488-D304-43C7-DEFC3941C36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17905" y="847057"/>
            <a:ext cx="8178530" cy="53356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586A8E1-2408-396D-5A48-9BAC0AC4A111}"/>
              </a:ext>
            </a:extLst>
          </p:cNvPr>
          <p:cNvSpPr/>
          <p:nvPr/>
        </p:nvSpPr>
        <p:spPr>
          <a:xfrm>
            <a:off x="3482829" y="6335086"/>
            <a:ext cx="1174459" cy="3271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8A2714-0995-F27F-75F6-4D5C96C9C7BE}"/>
              </a:ext>
            </a:extLst>
          </p:cNvPr>
          <p:cNvSpPr txBox="1"/>
          <p:nvPr/>
        </p:nvSpPr>
        <p:spPr>
          <a:xfrm>
            <a:off x="4556620" y="6309703"/>
            <a:ext cx="163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已提供的模块</a:t>
            </a:r>
          </a:p>
        </p:txBody>
      </p:sp>
    </p:spTree>
    <p:extLst>
      <p:ext uri="{BB962C8B-B14F-4D97-AF65-F5344CB8AC3E}">
        <p14:creationId xmlns:p14="http://schemas.microsoft.com/office/powerpoint/2010/main" val="402558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7633-E170-52B3-06C0-8FE40BC1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AA9FE5A-EEA2-13F7-99E9-94852C80B25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实验任务一：处理器核的设计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阶段测试（测试要求）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249C48-5FB2-7CC7-9B45-4989144345AA}"/>
              </a:ext>
            </a:extLst>
          </p:cNvPr>
          <p:cNvSpPr txBox="1"/>
          <p:nvPr/>
        </p:nvSpPr>
        <p:spPr>
          <a:xfrm>
            <a:off x="349718" y="1280159"/>
            <a:ext cx="11492564" cy="437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测试程序：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根据所实现指令每个小组编写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个以上测试程序（汇编程序即可）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每个程序汇编指令不少于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条，尽可能覆盖各种边界条件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测试程序的编译方法与实验三相同，编译后会生成两个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文件（指令和数据），位于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mips_sc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/build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loongarch_sc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/build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路径下，可加载到指令存储器和数据存储器中完成测试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其他要求：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指令入口地址为（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0x80000000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），需自行完成固定地址映射</a:t>
            </a:r>
          </a:p>
        </p:txBody>
      </p:sp>
    </p:spTree>
    <p:extLst>
      <p:ext uri="{BB962C8B-B14F-4D97-AF65-F5344CB8AC3E}">
        <p14:creationId xmlns:p14="http://schemas.microsoft.com/office/powerpoint/2010/main" val="56964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272F-8DA3-78DF-F926-8AE46CF5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B5253D3-F522-686B-93BA-671E03EFC04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1"/>
            <a:ext cx="10752976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pic>
        <p:nvPicPr>
          <p:cNvPr id="4" name="F360BE8B-6686-4F3D-AEAF-501FE73E4058-1" descr="SOC架构图">
            <a:extLst>
              <a:ext uri="{FF2B5EF4-FFF2-40B4-BE49-F238E27FC236}">
                <a16:creationId xmlns:a16="http://schemas.microsoft.com/office/drawing/2014/main" id="{F4D0D0BD-FF2D-64D1-D27A-65ADAC5DA1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00588" y="1686188"/>
            <a:ext cx="6995218" cy="444616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2E9C6EB-E546-16DD-5F73-B3E365528830}"/>
              </a:ext>
            </a:extLst>
          </p:cNvPr>
          <p:cNvSpPr/>
          <p:nvPr/>
        </p:nvSpPr>
        <p:spPr>
          <a:xfrm>
            <a:off x="2405800" y="1230297"/>
            <a:ext cx="7392544" cy="495776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BA9CC1-6782-F5A6-4A9C-8BF851DBBE51}"/>
              </a:ext>
            </a:extLst>
          </p:cNvPr>
          <p:cNvSpPr txBox="1"/>
          <p:nvPr/>
        </p:nvSpPr>
        <p:spPr>
          <a:xfrm>
            <a:off x="3443186" y="1289613"/>
            <a:ext cx="532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034A90"/>
                </a:solidFill>
              </a:rPr>
              <a:t>MiniMIPS32_Lite_FullSys</a:t>
            </a:r>
            <a:r>
              <a:rPr lang="en-US" altLang="zh-CN" b="1" dirty="0">
                <a:solidFill>
                  <a:srgbClr val="034A90"/>
                </a:solidFill>
              </a:rPr>
              <a:t> / </a:t>
            </a:r>
            <a:r>
              <a:rPr lang="en-US" altLang="zh-CN" b="1" dirty="0" err="1">
                <a:solidFill>
                  <a:srgbClr val="034A90"/>
                </a:solidFill>
              </a:rPr>
              <a:t>Loongarch32_Lite_FullSys</a:t>
            </a:r>
            <a:endParaRPr lang="zh-CN" altLang="en-US" b="1" dirty="0">
              <a:solidFill>
                <a:srgbClr val="034A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1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9136-186F-A371-9B8B-112B33C0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5A163B46-7274-B9B8-E2C4-F4738071E5C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准备工作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FCA9A2-EF67-DFA6-882C-84CD22E8B231}"/>
              </a:ext>
            </a:extLst>
          </p:cNvPr>
          <p:cNvSpPr txBox="1"/>
          <p:nvPr/>
        </p:nvSpPr>
        <p:spPr>
          <a:xfrm>
            <a:off x="349718" y="1280159"/>
            <a:ext cx="11492564" cy="5448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已实现全部处理器功能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实现全部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单周期、多周期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流水线：数据前推、暂停机制、延迟转移（或分支预测）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已通过小组内编写的测试程序的测试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已安装并配置交叉编译器</a:t>
            </a:r>
          </a:p>
        </p:txBody>
      </p:sp>
    </p:spTree>
    <p:extLst>
      <p:ext uri="{BB962C8B-B14F-4D97-AF65-F5344CB8AC3E}">
        <p14:creationId xmlns:p14="http://schemas.microsoft.com/office/powerpoint/2010/main" val="199043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D7D3A-2958-EDC7-0D28-3B5A43A8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7BC44DA0-C226-852C-7FC4-6D22C64FB5A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1C5BAF-9047-AF2D-7CCD-ABBC14E4850B}"/>
              </a:ext>
            </a:extLst>
          </p:cNvPr>
          <p:cNvSpPr txBox="1"/>
          <p:nvPr/>
        </p:nvSpPr>
        <p:spPr>
          <a:xfrm>
            <a:off x="349718" y="1280159"/>
            <a:ext cx="11492564" cy="477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专用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进行访问，例如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访存指令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，适用所有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处理器，如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采用访存指令进行外设访问时，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设备、指令存储器和数据存储器进行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统一编址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，这样，对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设备的访问和访问存储器设备一样，也是通过访存地址完成的，故称为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存储器映射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设备均有设备控制器（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Controller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），对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设备的编址就是对控制器中的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一系列寄存器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的编址。</a:t>
            </a:r>
          </a:p>
        </p:txBody>
      </p:sp>
    </p:spTree>
    <p:extLst>
      <p:ext uri="{BB962C8B-B14F-4D97-AF65-F5344CB8AC3E}">
        <p14:creationId xmlns:p14="http://schemas.microsoft.com/office/powerpoint/2010/main" val="334617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7100-E015-401F-E5D5-A3B2D452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69290FE9-438D-D14F-E252-F1DD7BB3E46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存储器映射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08B732-1C16-0FD1-B5A4-FF7B0D76C4EF}"/>
              </a:ext>
            </a:extLst>
          </p:cNvPr>
          <p:cNvSpPr/>
          <p:nvPr/>
        </p:nvSpPr>
        <p:spPr>
          <a:xfrm>
            <a:off x="3311236" y="3924026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</a:rPr>
              <a:t>控制逻辑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62F92F-A0B0-4897-3666-8CBA6E02B0B5}"/>
              </a:ext>
            </a:extLst>
          </p:cNvPr>
          <p:cNvSpPr/>
          <p:nvPr/>
        </p:nvSpPr>
        <p:spPr>
          <a:xfrm>
            <a:off x="3311236" y="2691181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BB00AF-7EFE-320C-120F-0F39A3365895}"/>
              </a:ext>
            </a:extLst>
          </p:cNvPr>
          <p:cNvSpPr/>
          <p:nvPr/>
        </p:nvSpPr>
        <p:spPr>
          <a:xfrm>
            <a:off x="3643154" y="2908288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1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13AAFB-ACF1-C0BE-66FE-43CF9B200FD2}"/>
              </a:ext>
            </a:extLst>
          </p:cNvPr>
          <p:cNvSpPr txBox="1"/>
          <p:nvPr/>
        </p:nvSpPr>
        <p:spPr>
          <a:xfrm>
            <a:off x="6054141" y="2905567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D7AEEA-EBD4-A174-448A-D5F76C5DAF2E}"/>
              </a:ext>
            </a:extLst>
          </p:cNvPr>
          <p:cNvSpPr/>
          <p:nvPr/>
        </p:nvSpPr>
        <p:spPr>
          <a:xfrm>
            <a:off x="4847261" y="290899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2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C6A138-41B2-C009-F557-186594AC9ECD}"/>
              </a:ext>
            </a:extLst>
          </p:cNvPr>
          <p:cNvSpPr/>
          <p:nvPr/>
        </p:nvSpPr>
        <p:spPr>
          <a:xfrm>
            <a:off x="7463941" y="290556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10" name="箭头: 上下 9">
            <a:extLst>
              <a:ext uri="{FF2B5EF4-FFF2-40B4-BE49-F238E27FC236}">
                <a16:creationId xmlns:a16="http://schemas.microsoft.com/office/drawing/2014/main" id="{7B89A4AA-0B2A-95A0-FB99-D45B4C945202}"/>
              </a:ext>
            </a:extLst>
          </p:cNvPr>
          <p:cNvSpPr/>
          <p:nvPr/>
        </p:nvSpPr>
        <p:spPr>
          <a:xfrm>
            <a:off x="5787241" y="164682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箭头: 上下 10">
            <a:extLst>
              <a:ext uri="{FF2B5EF4-FFF2-40B4-BE49-F238E27FC236}">
                <a16:creationId xmlns:a16="http://schemas.microsoft.com/office/drawing/2014/main" id="{A7E2D7F8-0E58-44FC-81F4-0D1A3D91CEA6}"/>
              </a:ext>
            </a:extLst>
          </p:cNvPr>
          <p:cNvSpPr/>
          <p:nvPr/>
        </p:nvSpPr>
        <p:spPr>
          <a:xfrm>
            <a:off x="5808716" y="5213268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4FEC30-E462-0E70-1249-FDF4597186FA}"/>
              </a:ext>
            </a:extLst>
          </p:cNvPr>
          <p:cNvSpPr txBox="1"/>
          <p:nvPr/>
        </p:nvSpPr>
        <p:spPr>
          <a:xfrm>
            <a:off x="5490062" y="1104631"/>
            <a:ext cx="122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</a:rPr>
              <a:t>CPU</a:t>
            </a:r>
            <a:endParaRPr lang="zh-CN" altLang="en-US" sz="2800" b="1" dirty="0">
              <a:solidFill>
                <a:srgbClr val="034A9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494C97-920A-A3D3-AE0A-FAF18657ADFB}"/>
              </a:ext>
            </a:extLst>
          </p:cNvPr>
          <p:cNvSpPr txBox="1"/>
          <p:nvPr/>
        </p:nvSpPr>
        <p:spPr>
          <a:xfrm>
            <a:off x="5154583" y="6077711"/>
            <a:ext cx="1941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</a:rPr>
              <a:t>I/O</a:t>
            </a:r>
            <a:r>
              <a:rPr lang="zh-CN" altLang="en-US" sz="2800" b="1" dirty="0">
                <a:solidFill>
                  <a:srgbClr val="034A90"/>
                </a:solidFill>
              </a:rPr>
              <a:t>设备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809D2C-D0B7-4948-0547-4A2BEDBCA7AC}"/>
              </a:ext>
            </a:extLst>
          </p:cNvPr>
          <p:cNvSpPr/>
          <p:nvPr/>
        </p:nvSpPr>
        <p:spPr>
          <a:xfrm>
            <a:off x="3143152" y="2493818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E6AF40-9665-4500-0253-AB0D4E76DDA9}"/>
              </a:ext>
            </a:extLst>
          </p:cNvPr>
          <p:cNvSpPr txBox="1"/>
          <p:nvPr/>
        </p:nvSpPr>
        <p:spPr>
          <a:xfrm>
            <a:off x="376429" y="5665972"/>
            <a:ext cx="2074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</a:rPr>
              <a:t>I/O</a:t>
            </a:r>
            <a:r>
              <a:rPr lang="zh-CN" altLang="en-US" sz="2800" b="1" dirty="0">
                <a:solidFill>
                  <a:srgbClr val="034A90"/>
                </a:solidFill>
              </a:rPr>
              <a:t>控制器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CAC5E97-2ABC-82FF-80AB-35F4CA0E2F4C}"/>
              </a:ext>
            </a:extLst>
          </p:cNvPr>
          <p:cNvCxnSpPr>
            <a:stCxn id="15" idx="0"/>
          </p:cNvCxnSpPr>
          <p:nvPr/>
        </p:nvCxnSpPr>
        <p:spPr>
          <a:xfrm flipV="1">
            <a:off x="1413647" y="3924025"/>
            <a:ext cx="1614561" cy="1741947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F003ED0C-ED2B-AFB9-EAD2-BC1D3ACC906E}"/>
              </a:ext>
            </a:extLst>
          </p:cNvPr>
          <p:cNvSpPr txBox="1"/>
          <p:nvPr/>
        </p:nvSpPr>
        <p:spPr>
          <a:xfrm>
            <a:off x="7825796" y="866407"/>
            <a:ext cx="38616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每个接口寄存器均在存储空间中分配一个地址</a:t>
            </a:r>
          </a:p>
        </p:txBody>
      </p:sp>
    </p:spTree>
    <p:extLst>
      <p:ext uri="{BB962C8B-B14F-4D97-AF65-F5344CB8AC3E}">
        <p14:creationId xmlns:p14="http://schemas.microsoft.com/office/powerpoint/2010/main" val="320567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C016-CB50-2D3B-CBC9-FF96FF9A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8EF679DE-D27E-59F8-1FA9-8B23F345FA4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存储器映射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226AE9-F494-9FE6-F838-0C45081D9D53}"/>
              </a:ext>
            </a:extLst>
          </p:cNvPr>
          <p:cNvSpPr/>
          <p:nvPr/>
        </p:nvSpPr>
        <p:spPr>
          <a:xfrm>
            <a:off x="278880" y="3489732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/>
                </a:solidFill>
              </a:rPr>
              <a:t>GPIO</a:t>
            </a:r>
            <a:r>
              <a:rPr lang="zh-CN" altLang="en-US" sz="3600" dirty="0">
                <a:solidFill>
                  <a:schemeClr val="tx1"/>
                </a:solidFill>
              </a:rPr>
              <a:t>控制逻辑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C8DA5B-C038-8337-6E8A-681B4ED41FC8}"/>
              </a:ext>
            </a:extLst>
          </p:cNvPr>
          <p:cNvSpPr/>
          <p:nvPr/>
        </p:nvSpPr>
        <p:spPr>
          <a:xfrm>
            <a:off x="278880" y="2256887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B98977-9B3B-F4CD-E4DD-4CB4D43D3F87}"/>
              </a:ext>
            </a:extLst>
          </p:cNvPr>
          <p:cNvSpPr/>
          <p:nvPr/>
        </p:nvSpPr>
        <p:spPr>
          <a:xfrm>
            <a:off x="610798" y="2473994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Data1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377073-35D3-8FAA-9DF6-1F2BC9190D25}"/>
              </a:ext>
            </a:extLst>
          </p:cNvPr>
          <p:cNvSpPr txBox="1"/>
          <p:nvPr/>
        </p:nvSpPr>
        <p:spPr>
          <a:xfrm>
            <a:off x="3021785" y="2471273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28FAEC-F35C-758F-DCB7-C3C47760BBE7}"/>
              </a:ext>
            </a:extLst>
          </p:cNvPr>
          <p:cNvSpPr/>
          <p:nvPr/>
        </p:nvSpPr>
        <p:spPr>
          <a:xfrm>
            <a:off x="1814905" y="2474703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Data2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9C33DC4-204D-E884-A326-46082187ED66}"/>
              </a:ext>
            </a:extLst>
          </p:cNvPr>
          <p:cNvSpPr/>
          <p:nvPr/>
        </p:nvSpPr>
        <p:spPr>
          <a:xfrm>
            <a:off x="4431585" y="2471273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23" name="箭头: 上下 22">
            <a:extLst>
              <a:ext uri="{FF2B5EF4-FFF2-40B4-BE49-F238E27FC236}">
                <a16:creationId xmlns:a16="http://schemas.microsoft.com/office/drawing/2014/main" id="{4F730658-5713-5FC5-77E4-D26E005AF98D}"/>
              </a:ext>
            </a:extLst>
          </p:cNvPr>
          <p:cNvSpPr/>
          <p:nvPr/>
        </p:nvSpPr>
        <p:spPr>
          <a:xfrm>
            <a:off x="2743008" y="118282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箭头: 上下 23">
            <a:extLst>
              <a:ext uri="{FF2B5EF4-FFF2-40B4-BE49-F238E27FC236}">
                <a16:creationId xmlns:a16="http://schemas.microsoft.com/office/drawing/2014/main" id="{526BE3D5-AE98-1BC2-83E6-23C5D051B1F5}"/>
              </a:ext>
            </a:extLst>
          </p:cNvPr>
          <p:cNvSpPr/>
          <p:nvPr/>
        </p:nvSpPr>
        <p:spPr>
          <a:xfrm>
            <a:off x="2736777" y="474765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277DA7-8039-72D6-AA88-07D845CA01BF}"/>
              </a:ext>
            </a:extLst>
          </p:cNvPr>
          <p:cNvSpPr txBox="1"/>
          <p:nvPr/>
        </p:nvSpPr>
        <p:spPr>
          <a:xfrm>
            <a:off x="3099449" y="1004623"/>
            <a:ext cx="122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</a:rPr>
              <a:t>CPU</a:t>
            </a:r>
            <a:endParaRPr lang="zh-CN" altLang="en-US" sz="2800" b="1" dirty="0">
              <a:solidFill>
                <a:srgbClr val="034A9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7E3CDA4-3D7F-3D5F-EB09-DA023BAFC0B9}"/>
              </a:ext>
            </a:extLst>
          </p:cNvPr>
          <p:cNvSpPr txBox="1"/>
          <p:nvPr/>
        </p:nvSpPr>
        <p:spPr>
          <a:xfrm>
            <a:off x="92907" y="4843825"/>
            <a:ext cx="1508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</a:p>
          <a:p>
            <a:pPr algn="ctr"/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F918E1-69CF-6BD4-13EE-929C6D6DE053}"/>
              </a:ext>
            </a:extLst>
          </p:cNvPr>
          <p:cNvSpPr txBox="1"/>
          <p:nvPr/>
        </p:nvSpPr>
        <p:spPr>
          <a:xfrm>
            <a:off x="5761910" y="633655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数据？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2917769-0DC5-8EEA-6EDD-A1F0573305BF}"/>
              </a:ext>
            </a:extLst>
          </p:cNvPr>
          <p:cNvCxnSpPr>
            <a:cxnSpLocks/>
          </p:cNvCxnSpPr>
          <p:nvPr/>
        </p:nvCxnSpPr>
        <p:spPr>
          <a:xfrm flipH="1">
            <a:off x="5075130" y="1257110"/>
            <a:ext cx="1156158" cy="55335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53140BA-D281-1FD4-331C-5230CAD77870}"/>
              </a:ext>
            </a:extLst>
          </p:cNvPr>
          <p:cNvCxnSpPr>
            <a:cxnSpLocks/>
          </p:cNvCxnSpPr>
          <p:nvPr/>
        </p:nvCxnSpPr>
        <p:spPr>
          <a:xfrm>
            <a:off x="6219040" y="1282398"/>
            <a:ext cx="1314521" cy="51619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C0D373-9072-1661-E242-3FDC1716E6A5}"/>
              </a:ext>
            </a:extLst>
          </p:cNvPr>
          <p:cNvGrpSpPr/>
          <p:nvPr/>
        </p:nvGrpSpPr>
        <p:grpSpPr>
          <a:xfrm>
            <a:off x="6157830" y="996806"/>
            <a:ext cx="5941471" cy="5432270"/>
            <a:chOff x="6157830" y="996806"/>
            <a:chExt cx="5941471" cy="543227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6BEAF582-753A-20B1-5994-FB0CD321A2A5}"/>
                </a:ext>
              </a:extLst>
            </p:cNvPr>
            <p:cNvGrpSpPr/>
            <p:nvPr/>
          </p:nvGrpSpPr>
          <p:grpSpPr>
            <a:xfrm>
              <a:off x="6157830" y="996806"/>
              <a:ext cx="5941471" cy="4793309"/>
              <a:chOff x="6157830" y="996806"/>
              <a:chExt cx="5941471" cy="4793309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5B92D6F-8EC2-6F97-357C-262C77CCE35A}"/>
                  </a:ext>
                </a:extLst>
              </p:cNvPr>
              <p:cNvSpPr/>
              <p:nvPr/>
            </p:nvSpPr>
            <p:spPr>
              <a:xfrm>
                <a:off x="6343803" y="3481915"/>
                <a:ext cx="5569527" cy="110601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600" dirty="0">
                    <a:solidFill>
                      <a:schemeClr val="tx1"/>
                    </a:solidFill>
                  </a:rPr>
                  <a:t>访存逻辑</a:t>
                </a:r>
                <a:endParaRPr lang="en-US" altLang="zh-CN" sz="3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583A7C2-5334-3940-814B-F8504D15B873}"/>
                  </a:ext>
                </a:extLst>
              </p:cNvPr>
              <p:cNvSpPr/>
              <p:nvPr/>
            </p:nvSpPr>
            <p:spPr>
              <a:xfrm>
                <a:off x="6343803" y="2249070"/>
                <a:ext cx="5569527" cy="1232844"/>
              </a:xfrm>
              <a:prstGeom prst="rect">
                <a:avLst/>
              </a:prstGeom>
              <a:noFill/>
              <a:ln w="19050"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97728919-A9C4-BDB7-F82C-628F1F6C86C3}"/>
                  </a:ext>
                </a:extLst>
              </p:cNvPr>
              <p:cNvSpPr/>
              <p:nvPr/>
            </p:nvSpPr>
            <p:spPr>
              <a:xfrm>
                <a:off x="6675721" y="2466177"/>
                <a:ext cx="1080655" cy="798630"/>
              </a:xfrm>
              <a:prstGeom prst="rect">
                <a:avLst/>
              </a:prstGeom>
              <a:noFill/>
              <a:ln w="1905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Data</a:t>
                </a:r>
              </a:p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寄存器</a:t>
                </a:r>
                <a:endParaRPr lang="zh-CN" altLang="en-US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E228F1D-DCE6-639D-961C-18E628BB78D3}"/>
                  </a:ext>
                </a:extLst>
              </p:cNvPr>
              <p:cNvSpPr txBox="1"/>
              <p:nvPr/>
            </p:nvSpPr>
            <p:spPr>
              <a:xfrm>
                <a:off x="9086708" y="2463456"/>
                <a:ext cx="13300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/>
                  <a:t>.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.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.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.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.</a:t>
                </a:r>
                <a:r>
                  <a:rPr lang="zh-CN" altLang="en-US" sz="3200" b="1" dirty="0"/>
                  <a:t> </a:t>
                </a:r>
                <a:r>
                  <a:rPr lang="en-US" altLang="zh-CN" sz="3200" b="1" dirty="0"/>
                  <a:t>.</a:t>
                </a:r>
                <a:endParaRPr lang="zh-CN" altLang="en-US" sz="3200" b="1" dirty="0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B346483-7D17-E52C-EBC3-F8E56CB6A8D9}"/>
                  </a:ext>
                </a:extLst>
              </p:cNvPr>
              <p:cNvSpPr/>
              <p:nvPr/>
            </p:nvSpPr>
            <p:spPr>
              <a:xfrm>
                <a:off x="7879828" y="2466886"/>
                <a:ext cx="1080655" cy="798630"/>
              </a:xfrm>
              <a:prstGeom prst="rect">
                <a:avLst/>
              </a:prstGeom>
              <a:noFill/>
              <a:ln w="1905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Address</a:t>
                </a:r>
                <a:r>
                  <a:rPr lang="zh-CN" altLang="en-US" b="1" i="1" dirty="0">
                    <a:solidFill>
                      <a:schemeClr val="tx1"/>
                    </a:solidFill>
                  </a:rPr>
                  <a:t>寄存器</a:t>
                </a: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AE882F0-72FD-8A14-90C3-9B51042C78AA}"/>
                  </a:ext>
                </a:extLst>
              </p:cNvPr>
              <p:cNvSpPr/>
              <p:nvPr/>
            </p:nvSpPr>
            <p:spPr>
              <a:xfrm>
                <a:off x="10496508" y="2463456"/>
                <a:ext cx="1080655" cy="798630"/>
              </a:xfrm>
              <a:prstGeom prst="rect">
                <a:avLst/>
              </a:prstGeom>
              <a:noFill/>
              <a:ln w="1905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接口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寄存器</a:t>
                </a:r>
                <a:r>
                  <a:rPr lang="en-US" altLang="zh-CN" b="1" i="1" dirty="0">
                    <a:solidFill>
                      <a:schemeClr val="tx1"/>
                    </a:solidFill>
                  </a:rPr>
                  <a:t>n</a:t>
                </a:r>
                <a:endParaRPr lang="zh-CN" altLang="en-US" b="1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箭头: 上下 38">
                <a:extLst>
                  <a:ext uri="{FF2B5EF4-FFF2-40B4-BE49-F238E27FC236}">
                    <a16:creationId xmlns:a16="http://schemas.microsoft.com/office/drawing/2014/main" id="{23C6232C-766E-62D0-55FB-FEA8628573FC}"/>
                  </a:ext>
                </a:extLst>
              </p:cNvPr>
              <p:cNvSpPr/>
              <p:nvPr/>
            </p:nvSpPr>
            <p:spPr>
              <a:xfrm>
                <a:off x="8807931" y="1175005"/>
                <a:ext cx="617517" cy="852568"/>
              </a:xfrm>
              <a:prstGeom prst="upDown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箭头: 上下 39">
                <a:extLst>
                  <a:ext uri="{FF2B5EF4-FFF2-40B4-BE49-F238E27FC236}">
                    <a16:creationId xmlns:a16="http://schemas.microsoft.com/office/drawing/2014/main" id="{FF48092A-BCB2-0AFF-EF24-9DA7F4DBB6DA}"/>
                  </a:ext>
                </a:extLst>
              </p:cNvPr>
              <p:cNvSpPr/>
              <p:nvPr/>
            </p:nvSpPr>
            <p:spPr>
              <a:xfrm>
                <a:off x="8801700" y="4739835"/>
                <a:ext cx="617517" cy="852568"/>
              </a:xfrm>
              <a:prstGeom prst="upDown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0CF2571-0734-9674-0EE5-E8A92CBD9C06}"/>
                  </a:ext>
                </a:extLst>
              </p:cNvPr>
              <p:cNvSpPr txBox="1"/>
              <p:nvPr/>
            </p:nvSpPr>
            <p:spPr>
              <a:xfrm>
                <a:off x="9164372" y="996806"/>
                <a:ext cx="12231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rgbClr val="034A90"/>
                    </a:solidFill>
                  </a:rPr>
                  <a:t>CPU</a:t>
                </a:r>
                <a:endParaRPr lang="zh-CN" altLang="en-US" sz="2800" b="1" dirty="0">
                  <a:solidFill>
                    <a:srgbClr val="034A90"/>
                  </a:solidFill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9CF3A4E7-AD50-20DF-4D8F-EA01E2FDE9C1}"/>
                  </a:ext>
                </a:extLst>
              </p:cNvPr>
              <p:cNvSpPr/>
              <p:nvPr/>
            </p:nvSpPr>
            <p:spPr>
              <a:xfrm>
                <a:off x="6157830" y="2027573"/>
                <a:ext cx="5941471" cy="27194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A0EE53E-8997-7146-F723-5F5A8FA791FA}"/>
                  </a:ext>
                </a:extLst>
              </p:cNvPr>
              <p:cNvSpPr txBox="1"/>
              <p:nvPr/>
            </p:nvSpPr>
            <p:spPr>
              <a:xfrm>
                <a:off x="6157830" y="4836008"/>
                <a:ext cx="150836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存储器</a:t>
                </a:r>
                <a:endParaRPr lang="en-US" altLang="zh-CN" sz="2800" b="1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2800" b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控制器</a:t>
                </a:r>
              </a:p>
            </p:txBody>
          </p:sp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14C54A38-C3D2-357F-DAE5-CDC9DFFE1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67558" y="5733751"/>
              <a:ext cx="685800" cy="695325"/>
            </a:xfrm>
            <a:prstGeom prst="rect">
              <a:avLst/>
            </a:prstGeom>
          </p:spPr>
        </p:pic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86F60011-DB50-88A6-4541-2E203D0C314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1622" y="5682133"/>
            <a:ext cx="1647825" cy="790575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BFD301FC-EC41-88B5-94DA-67B47EBA90AD}"/>
              </a:ext>
            </a:extLst>
          </p:cNvPr>
          <p:cNvSpPr/>
          <p:nvPr/>
        </p:nvSpPr>
        <p:spPr>
          <a:xfrm>
            <a:off x="94523" y="2027573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24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35F89-1914-0EEE-5DB4-8DF8A89F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65011866-3F89-555F-3945-FBC1A3E039D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存储器空间划分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530B64E-114C-0017-10B9-ED99BD0C1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520286"/>
              </p:ext>
            </p:extLst>
          </p:nvPr>
        </p:nvGraphicFramePr>
        <p:xfrm>
          <a:off x="408545" y="1782852"/>
          <a:ext cx="7931112" cy="247626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572137">
                  <a:extLst>
                    <a:ext uri="{9D8B030D-6E8A-4147-A177-3AD203B41FA5}">
                      <a16:colId xmlns:a16="http://schemas.microsoft.com/office/drawing/2014/main" val="1658766828"/>
                    </a:ext>
                  </a:extLst>
                </a:gridCol>
                <a:gridCol w="4358975">
                  <a:extLst>
                    <a:ext uri="{9D8B030D-6E8A-4147-A177-3AD203B41FA5}">
                      <a16:colId xmlns:a16="http://schemas.microsoft.com/office/drawing/2014/main" val="2247699420"/>
                    </a:ext>
                  </a:extLst>
                </a:gridCol>
              </a:tblGrid>
              <a:tr h="619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设备名称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基地址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24111"/>
                  </a:ext>
                </a:extLst>
              </a:tr>
              <a:tr h="619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指令存储器（</a:t>
                      </a:r>
                      <a:r>
                        <a:rPr lang="en-US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inst_rom</a:t>
                      </a:r>
                      <a:r>
                        <a:rPr 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0x00000000~0x0</a:t>
                      </a:r>
                      <a:r>
                        <a:rPr lang="en-US" altLang="zh-CN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FFFFFFF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654405"/>
                  </a:ext>
                </a:extLst>
              </a:tr>
              <a:tr h="619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数据存储器（</a:t>
                      </a:r>
                      <a:r>
                        <a:rPr lang="en-US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data_ram</a:t>
                      </a:r>
                      <a:r>
                        <a:rPr 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</a:t>
                      </a:r>
                      <a:r>
                        <a:rPr lang="en-US" altLang="zh-CN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en-US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000000~0x</a:t>
                      </a:r>
                      <a:r>
                        <a:rPr lang="en-US" altLang="zh-CN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1FFFFFFF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390935"/>
                  </a:ext>
                </a:extLst>
              </a:tr>
              <a:tr h="619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I/O</a:t>
                      </a:r>
                      <a:r>
                        <a:rPr lang="zh-CN" altLang="en-US" sz="2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</a:t>
                      </a:r>
                      <a:r>
                        <a:rPr lang="en-US" altLang="zh-CN" sz="2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80000000</a:t>
                      </a:r>
                      <a:endParaRPr lang="zh-CN" sz="2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386323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8E439212-7184-6968-A789-EF0C1B7D2E36}"/>
              </a:ext>
            </a:extLst>
          </p:cNvPr>
          <p:cNvGrpSpPr/>
          <p:nvPr/>
        </p:nvGrpSpPr>
        <p:grpSpPr>
          <a:xfrm>
            <a:off x="8816650" y="1161731"/>
            <a:ext cx="2877784" cy="4657171"/>
            <a:chOff x="8742219" y="1161731"/>
            <a:chExt cx="2877784" cy="465717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A54E716-54B4-4950-229C-F3DDE8137185}"/>
                </a:ext>
              </a:extLst>
            </p:cNvPr>
            <p:cNvSpPr/>
            <p:nvPr/>
          </p:nvSpPr>
          <p:spPr>
            <a:xfrm>
              <a:off x="10133921" y="4668197"/>
              <a:ext cx="1484415" cy="10557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.text</a:t>
              </a:r>
              <a:r>
                <a:rPr lang="zh-CN" altLang="en-US" sz="24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段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6513EEB-8297-95AC-DB74-788562DA254F}"/>
                </a:ext>
              </a:extLst>
            </p:cNvPr>
            <p:cNvSpPr txBox="1"/>
            <p:nvPr/>
          </p:nvSpPr>
          <p:spPr>
            <a:xfrm>
              <a:off x="8746175" y="5449570"/>
              <a:ext cx="1389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0x00000000</a:t>
              </a:r>
              <a:endParaRPr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65CBEE2-F9ED-EAB3-4F67-FDBE6A5F933A}"/>
                </a:ext>
              </a:extLst>
            </p:cNvPr>
            <p:cNvSpPr txBox="1"/>
            <p:nvPr/>
          </p:nvSpPr>
          <p:spPr>
            <a:xfrm>
              <a:off x="8746175" y="4655125"/>
              <a:ext cx="1389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0x0FFFFFFF</a:t>
              </a:r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29E4037-B7C8-865C-F9D2-488B47D76A47}"/>
                </a:ext>
              </a:extLst>
            </p:cNvPr>
            <p:cNvSpPr/>
            <p:nvPr/>
          </p:nvSpPr>
          <p:spPr>
            <a:xfrm>
              <a:off x="10135588" y="3607126"/>
              <a:ext cx="1484415" cy="10557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.data</a:t>
              </a:r>
              <a:r>
                <a:rPr lang="zh-CN" altLang="en-US" sz="24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段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C67C38E-6C19-ACD3-FF5B-7DEF93CA401B}"/>
                </a:ext>
              </a:extLst>
            </p:cNvPr>
            <p:cNvSpPr txBox="1"/>
            <p:nvPr/>
          </p:nvSpPr>
          <p:spPr>
            <a:xfrm>
              <a:off x="8744198" y="4308764"/>
              <a:ext cx="1389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0x10000000</a:t>
              </a:r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F6918E3-0C9C-9BED-6510-BB886579B79E}"/>
                </a:ext>
              </a:extLst>
            </p:cNvPr>
            <p:cNvSpPr txBox="1"/>
            <p:nvPr/>
          </p:nvSpPr>
          <p:spPr>
            <a:xfrm>
              <a:off x="8742219" y="3594265"/>
              <a:ext cx="1389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0x1FFFFFFF</a:t>
              </a:r>
              <a:endParaRPr lang="zh-CN" altLang="en-US" dirty="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C27C169-DCDE-2947-49F3-60FEAD830244}"/>
                </a:ext>
              </a:extLst>
            </p:cNvPr>
            <p:cNvSpPr/>
            <p:nvPr/>
          </p:nvSpPr>
          <p:spPr>
            <a:xfrm>
              <a:off x="10133920" y="2125327"/>
              <a:ext cx="1484415" cy="52322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I/O</a:t>
              </a:r>
              <a:r>
                <a:rPr lang="zh-CN" altLang="en-US" sz="2400" dirty="0">
                  <a:solidFill>
                    <a:srgbClr val="00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35D4787-5951-6571-77D9-1944E17EB7DD}"/>
                </a:ext>
              </a:extLst>
            </p:cNvPr>
            <p:cNvSpPr/>
            <p:nvPr/>
          </p:nvSpPr>
          <p:spPr>
            <a:xfrm>
              <a:off x="10133919" y="2648129"/>
              <a:ext cx="1484415" cy="9655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 .</a:t>
              </a:r>
            </a:p>
            <a:p>
              <a:pPr algn="ctr"/>
              <a:r>
                <a:rPr lang="en-US" altLang="zh-CN" sz="2800" b="1" dirty="0">
                  <a:solidFill>
                    <a:srgbClr val="0066FF"/>
                  </a:solidFill>
                </a:rPr>
                <a:t>. . . . . .</a:t>
              </a:r>
              <a:endParaRPr lang="zh-CN" altLang="en-US" sz="2800" b="1" dirty="0">
                <a:solidFill>
                  <a:srgbClr val="0066FF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00DBBF2-2335-F72E-7F34-09BA1C17C3A5}"/>
                </a:ext>
              </a:extLst>
            </p:cNvPr>
            <p:cNvSpPr txBox="1"/>
            <p:nvPr/>
          </p:nvSpPr>
          <p:spPr>
            <a:xfrm>
              <a:off x="8742219" y="2335481"/>
              <a:ext cx="1389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0x80000000</a:t>
              </a:r>
              <a:endParaRPr lang="zh-CN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472EC09-E73B-D69B-5EFB-255B986BC42F}"/>
                </a:ext>
              </a:extLst>
            </p:cNvPr>
            <p:cNvSpPr/>
            <p:nvPr/>
          </p:nvSpPr>
          <p:spPr>
            <a:xfrm>
              <a:off x="10133984" y="1161731"/>
              <a:ext cx="1484415" cy="9655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</a:t>
              </a:r>
              <a:r>
                <a:rPr lang="zh-CN" altLang="en-US" sz="2800" b="1" dirty="0">
                  <a:solidFill>
                    <a:srgbClr val="0066FF"/>
                  </a:solidFill>
                </a:rPr>
                <a:t> </a:t>
              </a:r>
              <a:r>
                <a:rPr lang="en-US" altLang="zh-CN" sz="2800" b="1" dirty="0">
                  <a:solidFill>
                    <a:srgbClr val="0066FF"/>
                  </a:solidFill>
                </a:rPr>
                <a:t>. .</a:t>
              </a:r>
            </a:p>
            <a:p>
              <a:pPr algn="ctr"/>
              <a:r>
                <a:rPr lang="en-US" altLang="zh-CN" sz="2800" b="1" dirty="0">
                  <a:solidFill>
                    <a:srgbClr val="0066FF"/>
                  </a:solidFill>
                </a:rPr>
                <a:t>. . . . . .</a:t>
              </a:r>
              <a:endParaRPr lang="zh-CN" altLang="en-US" sz="2800" b="1" dirty="0">
                <a:solidFill>
                  <a:srgbClr val="0066FF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170591E-4B73-2A13-A843-45F104FFB1EE}"/>
                </a:ext>
              </a:extLst>
            </p:cNvPr>
            <p:cNvSpPr txBox="1"/>
            <p:nvPr/>
          </p:nvSpPr>
          <p:spPr>
            <a:xfrm>
              <a:off x="8750137" y="1167742"/>
              <a:ext cx="1389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0xFFFFFFFF</a:t>
              </a:r>
              <a:endParaRPr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A3008DDB-418E-A316-6F91-D4B54DDE32B7}"/>
              </a:ext>
            </a:extLst>
          </p:cNvPr>
          <p:cNvSpPr txBox="1"/>
          <p:nvPr/>
        </p:nvSpPr>
        <p:spPr>
          <a:xfrm>
            <a:off x="1586175" y="5009690"/>
            <a:ext cx="5575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访存地址空间划分</a:t>
            </a:r>
          </a:p>
        </p:txBody>
      </p:sp>
    </p:spTree>
    <p:extLst>
      <p:ext uri="{BB962C8B-B14F-4D97-AF65-F5344CB8AC3E}">
        <p14:creationId xmlns:p14="http://schemas.microsoft.com/office/powerpoint/2010/main" val="191623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FF52-F9B3-9432-36DF-D94CE0C4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C08DE5EE-3EAC-A740-74BE-7392D2821C2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存储器映射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F778EE-49FB-6A2A-A750-6ED38F2E2387}"/>
              </a:ext>
            </a:extLst>
          </p:cNvPr>
          <p:cNvSpPr/>
          <p:nvPr/>
        </p:nvSpPr>
        <p:spPr>
          <a:xfrm>
            <a:off x="278880" y="4660133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C61794-A271-EF0F-59AF-D99AC355012A}"/>
              </a:ext>
            </a:extLst>
          </p:cNvPr>
          <p:cNvSpPr/>
          <p:nvPr/>
        </p:nvSpPr>
        <p:spPr>
          <a:xfrm>
            <a:off x="278880" y="3427288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4245DC-68AD-FAC0-4AF7-18003E1CF623}"/>
              </a:ext>
            </a:extLst>
          </p:cNvPr>
          <p:cNvSpPr/>
          <p:nvPr/>
        </p:nvSpPr>
        <p:spPr>
          <a:xfrm>
            <a:off x="610798" y="3644395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Data1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2DA1B46-3CE9-5604-0C63-76BE60CAF132}"/>
              </a:ext>
            </a:extLst>
          </p:cNvPr>
          <p:cNvSpPr txBox="1"/>
          <p:nvPr/>
        </p:nvSpPr>
        <p:spPr>
          <a:xfrm>
            <a:off x="3021785" y="3641674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9A5283-BCFC-AC19-A3BA-213617765D1D}"/>
              </a:ext>
            </a:extLst>
          </p:cNvPr>
          <p:cNvSpPr/>
          <p:nvPr/>
        </p:nvSpPr>
        <p:spPr>
          <a:xfrm>
            <a:off x="1814905" y="3645104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Data2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6216D3-5968-1C79-E501-893B5121BB9C}"/>
              </a:ext>
            </a:extLst>
          </p:cNvPr>
          <p:cNvSpPr/>
          <p:nvPr/>
        </p:nvSpPr>
        <p:spPr>
          <a:xfrm>
            <a:off x="4431585" y="3641674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23" name="箭头: 上下 22">
            <a:extLst>
              <a:ext uri="{FF2B5EF4-FFF2-40B4-BE49-F238E27FC236}">
                <a16:creationId xmlns:a16="http://schemas.microsoft.com/office/drawing/2014/main" id="{62A446AD-C6CC-F610-2694-919CB063EBBE}"/>
              </a:ext>
            </a:extLst>
          </p:cNvPr>
          <p:cNvSpPr/>
          <p:nvPr/>
        </p:nvSpPr>
        <p:spPr>
          <a:xfrm>
            <a:off x="2743008" y="2353223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箭头: 上下 23">
            <a:extLst>
              <a:ext uri="{FF2B5EF4-FFF2-40B4-BE49-F238E27FC236}">
                <a16:creationId xmlns:a16="http://schemas.microsoft.com/office/drawing/2014/main" id="{53CABF2C-AB5B-AF8D-497D-0994BC932510}"/>
              </a:ext>
            </a:extLst>
          </p:cNvPr>
          <p:cNvSpPr/>
          <p:nvPr/>
        </p:nvSpPr>
        <p:spPr>
          <a:xfrm>
            <a:off x="2736777" y="5918053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A76B3E-813D-6129-C2A9-5F6E851A977C}"/>
              </a:ext>
            </a:extLst>
          </p:cNvPr>
          <p:cNvSpPr/>
          <p:nvPr/>
        </p:nvSpPr>
        <p:spPr>
          <a:xfrm>
            <a:off x="92907" y="3205791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9AB494-CBDC-DFE6-5895-F24A6189A331}"/>
              </a:ext>
            </a:extLst>
          </p:cNvPr>
          <p:cNvSpPr/>
          <p:nvPr/>
        </p:nvSpPr>
        <p:spPr>
          <a:xfrm>
            <a:off x="6343803" y="4652316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C0831C6-B6C5-6460-F515-FD6D59177C5A}"/>
              </a:ext>
            </a:extLst>
          </p:cNvPr>
          <p:cNvSpPr/>
          <p:nvPr/>
        </p:nvSpPr>
        <p:spPr>
          <a:xfrm>
            <a:off x="6343803" y="3419471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CADF8FE-EBFE-127B-A36B-CCDCC38868BD}"/>
              </a:ext>
            </a:extLst>
          </p:cNvPr>
          <p:cNvSpPr/>
          <p:nvPr/>
        </p:nvSpPr>
        <p:spPr>
          <a:xfrm>
            <a:off x="6675721" y="3636578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Data1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C829AFE-3565-4BD7-0296-F3973A2B2455}"/>
              </a:ext>
            </a:extLst>
          </p:cNvPr>
          <p:cNvSpPr txBox="1"/>
          <p:nvPr/>
        </p:nvSpPr>
        <p:spPr>
          <a:xfrm>
            <a:off x="9086708" y="3633857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6D48E74-989B-B805-B1F3-53A33210181F}"/>
              </a:ext>
            </a:extLst>
          </p:cNvPr>
          <p:cNvSpPr/>
          <p:nvPr/>
        </p:nvSpPr>
        <p:spPr>
          <a:xfrm>
            <a:off x="7879828" y="363728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Data2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304DD6-A51B-2793-95D0-9E5DE0F067B5}"/>
              </a:ext>
            </a:extLst>
          </p:cNvPr>
          <p:cNvSpPr/>
          <p:nvPr/>
        </p:nvSpPr>
        <p:spPr>
          <a:xfrm>
            <a:off x="10496508" y="363385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32" name="箭头: 上下 31">
            <a:extLst>
              <a:ext uri="{FF2B5EF4-FFF2-40B4-BE49-F238E27FC236}">
                <a16:creationId xmlns:a16="http://schemas.microsoft.com/office/drawing/2014/main" id="{A455A9B5-4D57-46EA-8A84-DA8E72550AC0}"/>
              </a:ext>
            </a:extLst>
          </p:cNvPr>
          <p:cNvSpPr/>
          <p:nvPr/>
        </p:nvSpPr>
        <p:spPr>
          <a:xfrm>
            <a:off x="8807931" y="2345406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箭头: 上下 32">
            <a:extLst>
              <a:ext uri="{FF2B5EF4-FFF2-40B4-BE49-F238E27FC236}">
                <a16:creationId xmlns:a16="http://schemas.microsoft.com/office/drawing/2014/main" id="{CC128FB5-C9E9-4216-5A02-7A852757DEAF}"/>
              </a:ext>
            </a:extLst>
          </p:cNvPr>
          <p:cNvSpPr/>
          <p:nvPr/>
        </p:nvSpPr>
        <p:spPr>
          <a:xfrm>
            <a:off x="8801700" y="5910236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9B0D8E-91A5-B620-495B-946EBBDC04B4}"/>
              </a:ext>
            </a:extLst>
          </p:cNvPr>
          <p:cNvSpPr/>
          <p:nvPr/>
        </p:nvSpPr>
        <p:spPr>
          <a:xfrm>
            <a:off x="6157830" y="3197974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B660AA-768C-D813-027C-CB7B2E3895E1}"/>
              </a:ext>
            </a:extLst>
          </p:cNvPr>
          <p:cNvSpPr/>
          <p:nvPr/>
        </p:nvSpPr>
        <p:spPr>
          <a:xfrm>
            <a:off x="2310301" y="1547906"/>
            <a:ext cx="7354809" cy="792841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总线（数据分发逻辑）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C1121BE-E2FE-2BFB-DEF8-001DD84DEE9E}"/>
              </a:ext>
            </a:extLst>
          </p:cNvPr>
          <p:cNvSpPr txBox="1"/>
          <p:nvPr/>
        </p:nvSpPr>
        <p:spPr>
          <a:xfrm>
            <a:off x="6199215" y="540385"/>
            <a:ext cx="122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83D6A9A-7669-0B95-C287-6F8164E824D9}"/>
              </a:ext>
            </a:extLst>
          </p:cNvPr>
          <p:cNvSpPr txBox="1"/>
          <p:nvPr/>
        </p:nvSpPr>
        <p:spPr>
          <a:xfrm>
            <a:off x="7955223" y="905535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CB48614-8860-B8B6-60A6-D7A34967729C}"/>
              </a:ext>
            </a:extLst>
          </p:cNvPr>
          <p:cNvSpPr txBox="1"/>
          <p:nvPr/>
        </p:nvSpPr>
        <p:spPr>
          <a:xfrm>
            <a:off x="6865539" y="910194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312230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F7531-F756-0C68-5104-9CDB18EC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7C865E06-E907-6CF5-3F61-80BE104875A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存储器映射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D707696-AE47-0283-938B-8E53238D0629}"/>
              </a:ext>
            </a:extLst>
          </p:cNvPr>
          <p:cNvSpPr/>
          <p:nvPr/>
        </p:nvSpPr>
        <p:spPr>
          <a:xfrm>
            <a:off x="278880" y="4668522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9E32E04-A89B-084D-D9AB-DBE499D954A8}"/>
              </a:ext>
            </a:extLst>
          </p:cNvPr>
          <p:cNvSpPr/>
          <p:nvPr/>
        </p:nvSpPr>
        <p:spPr>
          <a:xfrm>
            <a:off x="278880" y="3435677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8687932-2E33-C80B-77DB-FF57966D288C}"/>
              </a:ext>
            </a:extLst>
          </p:cNvPr>
          <p:cNvSpPr/>
          <p:nvPr/>
        </p:nvSpPr>
        <p:spPr>
          <a:xfrm>
            <a:off x="610798" y="3652784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Data1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DA19E8B-6383-8965-E3A0-D917BCBEBE52}"/>
              </a:ext>
            </a:extLst>
          </p:cNvPr>
          <p:cNvSpPr txBox="1"/>
          <p:nvPr/>
        </p:nvSpPr>
        <p:spPr>
          <a:xfrm>
            <a:off x="3021785" y="3650063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9037E1A-9197-1BF4-23C3-6ECAD83245D9}"/>
              </a:ext>
            </a:extLst>
          </p:cNvPr>
          <p:cNvSpPr/>
          <p:nvPr/>
        </p:nvSpPr>
        <p:spPr>
          <a:xfrm>
            <a:off x="1814905" y="3653493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Data2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71A4ED6-A4E5-1E83-91A7-EAA659BB9D3A}"/>
              </a:ext>
            </a:extLst>
          </p:cNvPr>
          <p:cNvSpPr/>
          <p:nvPr/>
        </p:nvSpPr>
        <p:spPr>
          <a:xfrm>
            <a:off x="4431585" y="3650063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53" name="箭头: 上下 52">
            <a:extLst>
              <a:ext uri="{FF2B5EF4-FFF2-40B4-BE49-F238E27FC236}">
                <a16:creationId xmlns:a16="http://schemas.microsoft.com/office/drawing/2014/main" id="{8374680A-2D33-36C8-939F-A7CDCE87056D}"/>
              </a:ext>
            </a:extLst>
          </p:cNvPr>
          <p:cNvSpPr/>
          <p:nvPr/>
        </p:nvSpPr>
        <p:spPr>
          <a:xfrm>
            <a:off x="2743008" y="236161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箭头: 上下 53">
            <a:extLst>
              <a:ext uri="{FF2B5EF4-FFF2-40B4-BE49-F238E27FC236}">
                <a16:creationId xmlns:a16="http://schemas.microsoft.com/office/drawing/2014/main" id="{A13610F4-103B-6554-F736-2AAF5B7E3ED1}"/>
              </a:ext>
            </a:extLst>
          </p:cNvPr>
          <p:cNvSpPr/>
          <p:nvPr/>
        </p:nvSpPr>
        <p:spPr>
          <a:xfrm>
            <a:off x="2736777" y="592644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8983376-E491-BB32-017A-D27B5BD969B6}"/>
              </a:ext>
            </a:extLst>
          </p:cNvPr>
          <p:cNvSpPr/>
          <p:nvPr/>
        </p:nvSpPr>
        <p:spPr>
          <a:xfrm>
            <a:off x="92907" y="3214180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8F68ABA-637E-8E46-9DDD-AE883E1B3C4C}"/>
              </a:ext>
            </a:extLst>
          </p:cNvPr>
          <p:cNvSpPr/>
          <p:nvPr/>
        </p:nvSpPr>
        <p:spPr>
          <a:xfrm>
            <a:off x="6343803" y="4660705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852E1BC-DE29-C652-31A1-F3BAAD500A64}"/>
              </a:ext>
            </a:extLst>
          </p:cNvPr>
          <p:cNvSpPr/>
          <p:nvPr/>
        </p:nvSpPr>
        <p:spPr>
          <a:xfrm>
            <a:off x="6343803" y="3427860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5A6E2DC-CD85-F251-C13A-84E0C97EF6CC}"/>
              </a:ext>
            </a:extLst>
          </p:cNvPr>
          <p:cNvSpPr/>
          <p:nvPr/>
        </p:nvSpPr>
        <p:spPr>
          <a:xfrm>
            <a:off x="6675721" y="364496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AAF27DE-CFF0-75A1-8C45-C4B6B1C42C14}"/>
              </a:ext>
            </a:extLst>
          </p:cNvPr>
          <p:cNvSpPr txBox="1"/>
          <p:nvPr/>
        </p:nvSpPr>
        <p:spPr>
          <a:xfrm>
            <a:off x="9086708" y="3642246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16A1793-FB8D-61A8-6CCA-DBF62FC7931F}"/>
              </a:ext>
            </a:extLst>
          </p:cNvPr>
          <p:cNvSpPr/>
          <p:nvPr/>
        </p:nvSpPr>
        <p:spPr>
          <a:xfrm>
            <a:off x="7879828" y="3645676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B55F643-783F-6AD1-85A2-B8D850368CDC}"/>
              </a:ext>
            </a:extLst>
          </p:cNvPr>
          <p:cNvSpPr/>
          <p:nvPr/>
        </p:nvSpPr>
        <p:spPr>
          <a:xfrm>
            <a:off x="10496508" y="3642246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62" name="箭头: 上下 61">
            <a:extLst>
              <a:ext uri="{FF2B5EF4-FFF2-40B4-BE49-F238E27FC236}">
                <a16:creationId xmlns:a16="http://schemas.microsoft.com/office/drawing/2014/main" id="{82358AF0-A667-C596-458E-CD3EF2ECDBBC}"/>
              </a:ext>
            </a:extLst>
          </p:cNvPr>
          <p:cNvSpPr/>
          <p:nvPr/>
        </p:nvSpPr>
        <p:spPr>
          <a:xfrm>
            <a:off x="8807931" y="2353795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" name="箭头: 上下 62">
            <a:extLst>
              <a:ext uri="{FF2B5EF4-FFF2-40B4-BE49-F238E27FC236}">
                <a16:creationId xmlns:a16="http://schemas.microsoft.com/office/drawing/2014/main" id="{FE309DDC-B775-096E-06DB-5A2B3D29DE6B}"/>
              </a:ext>
            </a:extLst>
          </p:cNvPr>
          <p:cNvSpPr/>
          <p:nvPr/>
        </p:nvSpPr>
        <p:spPr>
          <a:xfrm>
            <a:off x="8801700" y="5918625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B888F0D-F24A-CAE0-F265-D8531BD790DF}"/>
              </a:ext>
            </a:extLst>
          </p:cNvPr>
          <p:cNvSpPr/>
          <p:nvPr/>
        </p:nvSpPr>
        <p:spPr>
          <a:xfrm>
            <a:off x="6157830" y="3206363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2A22399-BFDA-0EFC-90DD-DC227D63DDFC}"/>
              </a:ext>
            </a:extLst>
          </p:cNvPr>
          <p:cNvSpPr/>
          <p:nvPr/>
        </p:nvSpPr>
        <p:spPr>
          <a:xfrm>
            <a:off x="2310301" y="1556295"/>
            <a:ext cx="7354809" cy="792841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总线（数据分发逻辑）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BC7E47-733C-854B-1911-86FACC9EB469}"/>
              </a:ext>
            </a:extLst>
          </p:cNvPr>
          <p:cNvSpPr txBox="1"/>
          <p:nvPr/>
        </p:nvSpPr>
        <p:spPr>
          <a:xfrm>
            <a:off x="6199215" y="548774"/>
            <a:ext cx="122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6113E6B-5FA2-7D64-592C-70E63F91FCE7}"/>
              </a:ext>
            </a:extLst>
          </p:cNvPr>
          <p:cNvSpPr txBox="1"/>
          <p:nvPr/>
        </p:nvSpPr>
        <p:spPr>
          <a:xfrm>
            <a:off x="7955223" y="913924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6E6F88B-57F2-7CCB-6729-D7DC3F5C63A2}"/>
              </a:ext>
            </a:extLst>
          </p:cNvPr>
          <p:cNvSpPr txBox="1"/>
          <p:nvPr/>
        </p:nvSpPr>
        <p:spPr>
          <a:xfrm>
            <a:off x="7879828" y="1684035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389966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8EFA-4EA5-1FBA-BB8E-1E7E8783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2B115EB1-52A5-2861-0A33-A251E25E225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存储器映射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0FECAF-936B-DB86-3951-3F04983AF4B6}"/>
              </a:ext>
            </a:extLst>
          </p:cNvPr>
          <p:cNvSpPr/>
          <p:nvPr/>
        </p:nvSpPr>
        <p:spPr>
          <a:xfrm>
            <a:off x="278880" y="4668522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A724C6-3579-4C01-E6C2-EC287F797EE9}"/>
              </a:ext>
            </a:extLst>
          </p:cNvPr>
          <p:cNvSpPr/>
          <p:nvPr/>
        </p:nvSpPr>
        <p:spPr>
          <a:xfrm>
            <a:off x="278880" y="3435677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37F8B0-AD43-D338-F8B2-7248D8BD0450}"/>
              </a:ext>
            </a:extLst>
          </p:cNvPr>
          <p:cNvSpPr/>
          <p:nvPr/>
        </p:nvSpPr>
        <p:spPr>
          <a:xfrm>
            <a:off x="610798" y="3652784"/>
            <a:ext cx="1080655" cy="79863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Data1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6E9680-CD59-D905-3C53-4F2ECB5E3359}"/>
              </a:ext>
            </a:extLst>
          </p:cNvPr>
          <p:cNvSpPr txBox="1"/>
          <p:nvPr/>
        </p:nvSpPr>
        <p:spPr>
          <a:xfrm>
            <a:off x="3021785" y="3650063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9C83D6-28CE-AA1D-C7AD-57FB4157F918}"/>
              </a:ext>
            </a:extLst>
          </p:cNvPr>
          <p:cNvSpPr/>
          <p:nvPr/>
        </p:nvSpPr>
        <p:spPr>
          <a:xfrm>
            <a:off x="1814905" y="3653493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Data2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3C7B31-F3AA-1763-83C8-29083AA7BA02}"/>
              </a:ext>
            </a:extLst>
          </p:cNvPr>
          <p:cNvSpPr/>
          <p:nvPr/>
        </p:nvSpPr>
        <p:spPr>
          <a:xfrm>
            <a:off x="4431585" y="3650063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9" name="箭头: 上下 8">
            <a:extLst>
              <a:ext uri="{FF2B5EF4-FFF2-40B4-BE49-F238E27FC236}">
                <a16:creationId xmlns:a16="http://schemas.microsoft.com/office/drawing/2014/main" id="{E1DD3B94-92FB-3075-F37B-01669376FE86}"/>
              </a:ext>
            </a:extLst>
          </p:cNvPr>
          <p:cNvSpPr/>
          <p:nvPr/>
        </p:nvSpPr>
        <p:spPr>
          <a:xfrm>
            <a:off x="2743008" y="236161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箭头: 上下 9">
            <a:extLst>
              <a:ext uri="{FF2B5EF4-FFF2-40B4-BE49-F238E27FC236}">
                <a16:creationId xmlns:a16="http://schemas.microsoft.com/office/drawing/2014/main" id="{45A6B092-293B-BFA2-5E9E-54C814F1BC05}"/>
              </a:ext>
            </a:extLst>
          </p:cNvPr>
          <p:cNvSpPr/>
          <p:nvPr/>
        </p:nvSpPr>
        <p:spPr>
          <a:xfrm>
            <a:off x="2736777" y="5926442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44F0A5-2EBD-6995-56B3-F1B4E0B15720}"/>
              </a:ext>
            </a:extLst>
          </p:cNvPr>
          <p:cNvSpPr/>
          <p:nvPr/>
        </p:nvSpPr>
        <p:spPr>
          <a:xfrm>
            <a:off x="92907" y="3214180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16B6D3-3EA7-4744-E885-8A2CD0F195C9}"/>
              </a:ext>
            </a:extLst>
          </p:cNvPr>
          <p:cNvSpPr/>
          <p:nvPr/>
        </p:nvSpPr>
        <p:spPr>
          <a:xfrm>
            <a:off x="6343803" y="4660705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D3B25B-3E0E-5D04-A1A2-1D7236C51CDB}"/>
              </a:ext>
            </a:extLst>
          </p:cNvPr>
          <p:cNvSpPr/>
          <p:nvPr/>
        </p:nvSpPr>
        <p:spPr>
          <a:xfrm>
            <a:off x="6343803" y="3427860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DDD94A-CD62-719B-6B55-CB1D79ACE383}"/>
              </a:ext>
            </a:extLst>
          </p:cNvPr>
          <p:cNvSpPr/>
          <p:nvPr/>
        </p:nvSpPr>
        <p:spPr>
          <a:xfrm>
            <a:off x="6675721" y="364496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C8FEE3-A00C-A8E8-1ED0-A009EC94ADA6}"/>
              </a:ext>
            </a:extLst>
          </p:cNvPr>
          <p:cNvSpPr txBox="1"/>
          <p:nvPr/>
        </p:nvSpPr>
        <p:spPr>
          <a:xfrm>
            <a:off x="9086708" y="3642246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35BC8A-3458-287F-8AB0-43B808CE571F}"/>
              </a:ext>
            </a:extLst>
          </p:cNvPr>
          <p:cNvSpPr/>
          <p:nvPr/>
        </p:nvSpPr>
        <p:spPr>
          <a:xfrm>
            <a:off x="7879828" y="3645676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9C434C-DD04-A4A9-97D9-ECB43A554685}"/>
              </a:ext>
            </a:extLst>
          </p:cNvPr>
          <p:cNvSpPr/>
          <p:nvPr/>
        </p:nvSpPr>
        <p:spPr>
          <a:xfrm>
            <a:off x="10496508" y="3642246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18" name="箭头: 上下 17">
            <a:extLst>
              <a:ext uri="{FF2B5EF4-FFF2-40B4-BE49-F238E27FC236}">
                <a16:creationId xmlns:a16="http://schemas.microsoft.com/office/drawing/2014/main" id="{4A06DAD9-2F98-573B-1FC5-6C122E2DAD87}"/>
              </a:ext>
            </a:extLst>
          </p:cNvPr>
          <p:cNvSpPr/>
          <p:nvPr/>
        </p:nvSpPr>
        <p:spPr>
          <a:xfrm>
            <a:off x="8807931" y="2353795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箭头: 上下 18">
            <a:extLst>
              <a:ext uri="{FF2B5EF4-FFF2-40B4-BE49-F238E27FC236}">
                <a16:creationId xmlns:a16="http://schemas.microsoft.com/office/drawing/2014/main" id="{BAEC7F30-2CC2-6F7E-BE84-DD798DA48F2C}"/>
              </a:ext>
            </a:extLst>
          </p:cNvPr>
          <p:cNvSpPr/>
          <p:nvPr/>
        </p:nvSpPr>
        <p:spPr>
          <a:xfrm>
            <a:off x="8801700" y="5918625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848BF2-67EA-68C4-084D-B523F2BC1606}"/>
              </a:ext>
            </a:extLst>
          </p:cNvPr>
          <p:cNvSpPr/>
          <p:nvPr/>
        </p:nvSpPr>
        <p:spPr>
          <a:xfrm>
            <a:off x="6157830" y="3206363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894343-3C14-89C3-E8CF-14D2D9794472}"/>
              </a:ext>
            </a:extLst>
          </p:cNvPr>
          <p:cNvSpPr/>
          <p:nvPr/>
        </p:nvSpPr>
        <p:spPr>
          <a:xfrm>
            <a:off x="2310301" y="1556295"/>
            <a:ext cx="7354809" cy="792841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总线（数据分发逻辑）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箭头: 上下 21">
            <a:extLst>
              <a:ext uri="{FF2B5EF4-FFF2-40B4-BE49-F238E27FC236}">
                <a16:creationId xmlns:a16="http://schemas.microsoft.com/office/drawing/2014/main" id="{27AAA52A-E482-C819-740D-4F3024A827C2}"/>
              </a:ext>
            </a:extLst>
          </p:cNvPr>
          <p:cNvSpPr/>
          <p:nvPr/>
        </p:nvSpPr>
        <p:spPr>
          <a:xfrm>
            <a:off x="5785278" y="700675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F9590BE-B0C7-C822-5849-1EE6FC7036B4}"/>
              </a:ext>
            </a:extLst>
          </p:cNvPr>
          <p:cNvSpPr txBox="1"/>
          <p:nvPr/>
        </p:nvSpPr>
        <p:spPr>
          <a:xfrm>
            <a:off x="6199215" y="548774"/>
            <a:ext cx="122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B9F1994-D2E5-B9BE-00FA-606DD59980B0}"/>
              </a:ext>
            </a:extLst>
          </p:cNvPr>
          <p:cNvSpPr txBox="1"/>
          <p:nvPr/>
        </p:nvSpPr>
        <p:spPr>
          <a:xfrm>
            <a:off x="7955223" y="913924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54328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2824-38F4-3387-0631-A1F70AF8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9C84A9F6-B839-F043-C03A-957D2FFDC1B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待解决的问题：处理器如何访问外设？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存储器映射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B23CEC-C4A6-FFD4-1785-1EB12E996433}"/>
              </a:ext>
            </a:extLst>
          </p:cNvPr>
          <p:cNvSpPr/>
          <p:nvPr/>
        </p:nvSpPr>
        <p:spPr>
          <a:xfrm>
            <a:off x="278880" y="4660133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755884-BA12-3BAF-DB64-4BB167DFDD6A}"/>
              </a:ext>
            </a:extLst>
          </p:cNvPr>
          <p:cNvSpPr/>
          <p:nvPr/>
        </p:nvSpPr>
        <p:spPr>
          <a:xfrm>
            <a:off x="278880" y="3427288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E9AACFB-9F32-F4C8-ED01-18F7C51F5D1F}"/>
              </a:ext>
            </a:extLst>
          </p:cNvPr>
          <p:cNvSpPr/>
          <p:nvPr/>
        </p:nvSpPr>
        <p:spPr>
          <a:xfrm>
            <a:off x="610798" y="3644395"/>
            <a:ext cx="1080655" cy="79863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Data1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3D3188-C447-17FE-6550-9741A42690C4}"/>
              </a:ext>
            </a:extLst>
          </p:cNvPr>
          <p:cNvSpPr txBox="1"/>
          <p:nvPr/>
        </p:nvSpPr>
        <p:spPr>
          <a:xfrm>
            <a:off x="3021785" y="3641674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BCDE27-057A-D389-4AB9-C024BFDD604C}"/>
              </a:ext>
            </a:extLst>
          </p:cNvPr>
          <p:cNvSpPr/>
          <p:nvPr/>
        </p:nvSpPr>
        <p:spPr>
          <a:xfrm>
            <a:off x="1814905" y="3645104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Data2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510659-6D9B-938A-D392-983D978D3729}"/>
              </a:ext>
            </a:extLst>
          </p:cNvPr>
          <p:cNvSpPr/>
          <p:nvPr/>
        </p:nvSpPr>
        <p:spPr>
          <a:xfrm>
            <a:off x="4431585" y="3641674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31" name="箭头: 上下 30">
            <a:extLst>
              <a:ext uri="{FF2B5EF4-FFF2-40B4-BE49-F238E27FC236}">
                <a16:creationId xmlns:a16="http://schemas.microsoft.com/office/drawing/2014/main" id="{B2B4406D-0A83-5552-57F6-A759042051A1}"/>
              </a:ext>
            </a:extLst>
          </p:cNvPr>
          <p:cNvSpPr/>
          <p:nvPr/>
        </p:nvSpPr>
        <p:spPr>
          <a:xfrm>
            <a:off x="2743008" y="2353223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箭头: 上下 31">
            <a:extLst>
              <a:ext uri="{FF2B5EF4-FFF2-40B4-BE49-F238E27FC236}">
                <a16:creationId xmlns:a16="http://schemas.microsoft.com/office/drawing/2014/main" id="{862B5B9B-C7A9-4D32-07F8-80FC6A4055B7}"/>
              </a:ext>
            </a:extLst>
          </p:cNvPr>
          <p:cNvSpPr/>
          <p:nvPr/>
        </p:nvSpPr>
        <p:spPr>
          <a:xfrm>
            <a:off x="2736777" y="5918053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D59838-3889-9894-AA99-4EF48208C90C}"/>
              </a:ext>
            </a:extLst>
          </p:cNvPr>
          <p:cNvSpPr/>
          <p:nvPr/>
        </p:nvSpPr>
        <p:spPr>
          <a:xfrm>
            <a:off x="92907" y="3205791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09F948-4B5A-E5B5-224C-FAD7E5B0848E}"/>
              </a:ext>
            </a:extLst>
          </p:cNvPr>
          <p:cNvSpPr/>
          <p:nvPr/>
        </p:nvSpPr>
        <p:spPr>
          <a:xfrm>
            <a:off x="6343803" y="4652316"/>
            <a:ext cx="5569527" cy="11060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访存逻辑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35CB0AC-DA62-00C1-4B26-D2FF5CC8136F}"/>
              </a:ext>
            </a:extLst>
          </p:cNvPr>
          <p:cNvSpPr/>
          <p:nvPr/>
        </p:nvSpPr>
        <p:spPr>
          <a:xfrm>
            <a:off x="6343803" y="3419471"/>
            <a:ext cx="5569527" cy="1232844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E5B1C6-8409-9AAA-1C28-A32E68B12068}"/>
              </a:ext>
            </a:extLst>
          </p:cNvPr>
          <p:cNvSpPr/>
          <p:nvPr/>
        </p:nvSpPr>
        <p:spPr>
          <a:xfrm>
            <a:off x="6675721" y="3636578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02E5C93-F9DB-3884-6728-ED118AA57483}"/>
              </a:ext>
            </a:extLst>
          </p:cNvPr>
          <p:cNvSpPr txBox="1"/>
          <p:nvPr/>
        </p:nvSpPr>
        <p:spPr>
          <a:xfrm>
            <a:off x="9086708" y="3633857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.</a:t>
            </a:r>
            <a:endParaRPr lang="zh-CN" altLang="en-US" sz="32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F1847DC-E0FD-640D-C0B0-9B28D15E8DE6}"/>
              </a:ext>
            </a:extLst>
          </p:cNvPr>
          <p:cNvSpPr/>
          <p:nvPr/>
        </p:nvSpPr>
        <p:spPr>
          <a:xfrm>
            <a:off x="7879828" y="363728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zh-CN" altLang="en-US" b="1" i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F26F0E-4EE0-BAE8-DB80-2875F11E5ED7}"/>
              </a:ext>
            </a:extLst>
          </p:cNvPr>
          <p:cNvSpPr/>
          <p:nvPr/>
        </p:nvSpPr>
        <p:spPr>
          <a:xfrm>
            <a:off x="10496508" y="3633857"/>
            <a:ext cx="1080655" cy="798630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接口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寄存器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endParaRPr lang="zh-CN" altLang="en-US" b="1" i="1" dirty="0">
              <a:solidFill>
                <a:schemeClr val="tx1"/>
              </a:solidFill>
            </a:endParaRPr>
          </a:p>
        </p:txBody>
      </p:sp>
      <p:sp>
        <p:nvSpPr>
          <p:cNvPr id="40" name="箭头: 上下 39">
            <a:extLst>
              <a:ext uri="{FF2B5EF4-FFF2-40B4-BE49-F238E27FC236}">
                <a16:creationId xmlns:a16="http://schemas.microsoft.com/office/drawing/2014/main" id="{5E6C4A45-3A81-A755-B432-05717CD23DD7}"/>
              </a:ext>
            </a:extLst>
          </p:cNvPr>
          <p:cNvSpPr/>
          <p:nvPr/>
        </p:nvSpPr>
        <p:spPr>
          <a:xfrm>
            <a:off x="8807931" y="2345406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箭头: 上下 40">
            <a:extLst>
              <a:ext uri="{FF2B5EF4-FFF2-40B4-BE49-F238E27FC236}">
                <a16:creationId xmlns:a16="http://schemas.microsoft.com/office/drawing/2014/main" id="{D11F1F2E-E7BF-3A8C-5FBF-AC5E632105A4}"/>
              </a:ext>
            </a:extLst>
          </p:cNvPr>
          <p:cNvSpPr/>
          <p:nvPr/>
        </p:nvSpPr>
        <p:spPr>
          <a:xfrm>
            <a:off x="8801700" y="5910236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FEAA317-153D-92D4-5300-62E0683C0362}"/>
              </a:ext>
            </a:extLst>
          </p:cNvPr>
          <p:cNvSpPr/>
          <p:nvPr/>
        </p:nvSpPr>
        <p:spPr>
          <a:xfrm>
            <a:off x="6157830" y="3197974"/>
            <a:ext cx="5941471" cy="27194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79061A7-BE0B-C09E-A7FF-9FFF1DC04E22}"/>
              </a:ext>
            </a:extLst>
          </p:cNvPr>
          <p:cNvSpPr/>
          <p:nvPr/>
        </p:nvSpPr>
        <p:spPr>
          <a:xfrm>
            <a:off x="2310301" y="1547906"/>
            <a:ext cx="7354809" cy="792841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总线（数据分发逻辑）</a:t>
            </a:r>
            <a:endParaRPr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箭头: 上下 43">
            <a:extLst>
              <a:ext uri="{FF2B5EF4-FFF2-40B4-BE49-F238E27FC236}">
                <a16:creationId xmlns:a16="http://schemas.microsoft.com/office/drawing/2014/main" id="{5DB75FB6-2137-04D0-2C56-0BB7653171C4}"/>
              </a:ext>
            </a:extLst>
          </p:cNvPr>
          <p:cNvSpPr/>
          <p:nvPr/>
        </p:nvSpPr>
        <p:spPr>
          <a:xfrm>
            <a:off x="5785278" y="692286"/>
            <a:ext cx="617517" cy="852568"/>
          </a:xfrm>
          <a:prstGeom prst="up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0FA6D2-F7A2-DAEA-3676-C23CAB98ECAA}"/>
              </a:ext>
            </a:extLst>
          </p:cNvPr>
          <p:cNvSpPr txBox="1"/>
          <p:nvPr/>
        </p:nvSpPr>
        <p:spPr>
          <a:xfrm>
            <a:off x="6199215" y="540385"/>
            <a:ext cx="1223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1B0D62F-AACB-5D06-C349-67857A159E8E}"/>
              </a:ext>
            </a:extLst>
          </p:cNvPr>
          <p:cNvSpPr txBox="1"/>
          <p:nvPr/>
        </p:nvSpPr>
        <p:spPr>
          <a:xfrm>
            <a:off x="224858" y="3372247"/>
            <a:ext cx="125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1176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7274-886C-6AED-1760-E19228D6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E246E664-CD1C-873B-5590-858CD9CA1D7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系统架构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F3F03-37C9-CFAE-9D07-5856C3C84440}"/>
              </a:ext>
            </a:extLst>
          </p:cNvPr>
          <p:cNvSpPr txBox="1"/>
          <p:nvPr/>
        </p:nvSpPr>
        <p:spPr>
          <a:xfrm>
            <a:off x="4931556" y="654806"/>
            <a:ext cx="5373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整个工程位于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Gitee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路径下，各组同学将设计完成的处理器集成至系统完成测试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A09217-2FEC-95EE-D33D-A4F677A66137}"/>
              </a:ext>
            </a:extLst>
          </p:cNvPr>
          <p:cNvSpPr txBox="1"/>
          <p:nvPr/>
        </p:nvSpPr>
        <p:spPr>
          <a:xfrm>
            <a:off x="7814930" y="1612846"/>
            <a:ext cx="4060131" cy="4860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6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所需完成实验任务：</a:t>
            </a:r>
            <a:endParaRPr lang="en-US" altLang="zh-CN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ts val="26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集成处理器（包括处理器核、指令存储器和数据存储器）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ts val="26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实现总线逻辑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algn="just">
              <a:lnSpc>
                <a:spcPts val="26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实现接口寄存器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ts val="26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修改处理器使得指令存储器在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取指和访存两个阶段</a:t>
            </a: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均可被访问，数据存储器仍只能在访存阶段被访问；</a:t>
            </a:r>
            <a:endParaRPr lang="en-US" altLang="zh-CN" dirty="0">
              <a:solidFill>
                <a:srgbClr val="0353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ts val="26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外设控制逻辑均已实现，但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接口寄存器</a:t>
            </a: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需要自行添加；</a:t>
            </a:r>
            <a:endParaRPr lang="en-US" altLang="zh-CN" dirty="0">
              <a:solidFill>
                <a:srgbClr val="0353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ts val="26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总线使用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</a:t>
            </a: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实现，包含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总线模块</a:t>
            </a: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接口模块</a:t>
            </a:r>
            <a:r>
              <a:rPr lang="zh-CN" altLang="en-US" dirty="0">
                <a:solidFill>
                  <a:srgbClr val="0353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，两者功能相同，均完成地址译码和数据转发。</a:t>
            </a:r>
          </a:p>
        </p:txBody>
      </p:sp>
      <p:pic>
        <p:nvPicPr>
          <p:cNvPr id="10" name="F360BE8B-6686-4F3D-AEAF-501FE73E4058-1" descr="SOC架构图">
            <a:extLst>
              <a:ext uri="{FF2B5EF4-FFF2-40B4-BE49-F238E27FC236}">
                <a16:creationId xmlns:a16="http://schemas.microsoft.com/office/drawing/2014/main" id="{707A7A72-CCB5-BA44-7CCB-F3BC87D4C28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6895" y="1904301"/>
            <a:ext cx="6995218" cy="4446165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3B10270-BEB0-DACD-DD78-03F8255E717C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122253" y="1301137"/>
            <a:ext cx="495870" cy="519274"/>
          </a:xfrm>
          <a:prstGeom prst="straightConnector1">
            <a:avLst/>
          </a:prstGeom>
          <a:ln w="28575">
            <a:solidFill>
              <a:srgbClr val="0353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6D240B80-FCF3-3485-46B2-869346585AF1}"/>
              </a:ext>
            </a:extLst>
          </p:cNvPr>
          <p:cNvSpPr/>
          <p:nvPr/>
        </p:nvSpPr>
        <p:spPr>
          <a:xfrm>
            <a:off x="342107" y="1448410"/>
            <a:ext cx="7392544" cy="495776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DA69BEF-B70A-1B04-D996-2CA1F59E0AD4}"/>
              </a:ext>
            </a:extLst>
          </p:cNvPr>
          <p:cNvSpPr txBox="1"/>
          <p:nvPr/>
        </p:nvSpPr>
        <p:spPr>
          <a:xfrm>
            <a:off x="1303992" y="1507726"/>
            <a:ext cx="532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034A90"/>
                </a:solidFill>
              </a:rPr>
              <a:t>MiniMIPS32_Lite_FullSys</a:t>
            </a:r>
            <a:r>
              <a:rPr lang="en-US" altLang="zh-CN" b="1" dirty="0">
                <a:solidFill>
                  <a:srgbClr val="034A90"/>
                </a:solidFill>
              </a:rPr>
              <a:t> / </a:t>
            </a:r>
            <a:r>
              <a:rPr lang="en-US" altLang="zh-CN" b="1" dirty="0" err="1">
                <a:solidFill>
                  <a:srgbClr val="034A90"/>
                </a:solidFill>
              </a:rPr>
              <a:t>Loongarch32_Lite_FullSys</a:t>
            </a:r>
            <a:endParaRPr lang="zh-CN" altLang="en-US" b="1" dirty="0">
              <a:solidFill>
                <a:srgbClr val="034A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68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E3B49-5822-1283-8AC6-716B74AA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B9D99EC8-B71B-6321-F945-4D9F93FFDDC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系统架构（注意事项）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0006B5-8C56-9C56-3F12-5762FE46CF41}"/>
              </a:ext>
            </a:extLst>
          </p:cNvPr>
          <p:cNvSpPr txBox="1"/>
          <p:nvPr/>
        </p:nvSpPr>
        <p:spPr>
          <a:xfrm>
            <a:off x="349718" y="1280159"/>
            <a:ext cx="11492564" cy="536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测试指令存储器在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取指阶段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访存阶段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都可访问（有些全局数据保存在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.text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段）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调整处理器设计，当取指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访存阶段同时访问指令存储器时，访存阶段优先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5390"/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平台已提供所有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外设的控制驱动代码；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除串口外，其它外设的接口寄存器大家可以自行定义；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顶层文件中给出了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外设的使用实例，但实例仅供参考，大家需根据处理器访问外设的方法进行必要的修改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15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0978-FDFB-C487-32CB-34883C9A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9C0D26CF-4743-D778-2336-203B016C0FF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存储空间划分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4CA2340-2F3A-D5CD-81AE-CC38D6A0F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262003"/>
              </p:ext>
            </p:extLst>
          </p:nvPr>
        </p:nvGraphicFramePr>
        <p:xfrm>
          <a:off x="337424" y="1262683"/>
          <a:ext cx="11516220" cy="43327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68881">
                  <a:extLst>
                    <a:ext uri="{9D8B030D-6E8A-4147-A177-3AD203B41FA5}">
                      <a16:colId xmlns:a16="http://schemas.microsoft.com/office/drawing/2014/main" val="410089121"/>
                    </a:ext>
                  </a:extLst>
                </a:gridCol>
                <a:gridCol w="7860484">
                  <a:extLst>
                    <a:ext uri="{9D8B030D-6E8A-4147-A177-3AD203B41FA5}">
                      <a16:colId xmlns:a16="http://schemas.microsoft.com/office/drawing/2014/main" val="187699780"/>
                    </a:ext>
                  </a:extLst>
                </a:gridCol>
                <a:gridCol w="1786855">
                  <a:extLst>
                    <a:ext uri="{9D8B030D-6E8A-4147-A177-3AD203B41FA5}">
                      <a16:colId xmlns:a16="http://schemas.microsoft.com/office/drawing/2014/main" val="3821275677"/>
                    </a:ext>
                  </a:extLst>
                </a:gridCol>
              </a:tblGrid>
              <a:tr h="7898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存储段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（设备名称）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寻址空间（虚地址）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容量（字节）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3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229388"/>
                  </a:ext>
                </a:extLst>
              </a:tr>
              <a:tr h="417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.text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0x800</a:t>
                      </a:r>
                      <a:r>
                        <a:rPr lang="en-US" altLang="zh-CN" b="1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~0x8000_</a:t>
                      </a:r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FFFF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876340"/>
                  </a:ext>
                </a:extLst>
              </a:tr>
              <a:tr h="417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.data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0x800</a:t>
                      </a:r>
                      <a:r>
                        <a:rPr lang="en-US" altLang="zh-CN" sz="1800" b="1" kern="1200" dirty="0" err="1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</a:t>
                      </a:r>
                      <a:r>
                        <a:rPr lang="en-US" altLang="zh-CN" sz="1800" b="1" kern="1200" dirty="0" err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0000</a:t>
                      </a:r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~0x8001_</a:t>
                      </a:r>
                      <a:r>
                        <a:rPr lang="en-US" altLang="zh-CN" sz="1800" b="1" kern="1200" dirty="0" err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FFFF</a:t>
                      </a:r>
                      <a:endParaRPr lang="zh-CN" altLang="en-US" sz="1800" b="1" kern="12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64KB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116797"/>
                  </a:ext>
                </a:extLst>
              </a:tr>
              <a:tr h="41782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UART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200" dirty="0" err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0xBFD0_03F8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：数据寄存器，读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写分别表示接收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发送一个字节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899988"/>
                  </a:ext>
                </a:extLst>
              </a:tr>
              <a:tr h="618150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3765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1" kern="1200" dirty="0" err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0xBFD0_03FC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：状态寄存器，只读，第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位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 1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表示串口空闲，可发送数据（写入）；第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位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= 1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表示串口已接收到数据（读出）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901714"/>
                  </a:ext>
                </a:extLst>
              </a:tr>
              <a:tr h="417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如果计划使用，各小组可自行定义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797785"/>
                  </a:ext>
                </a:extLst>
              </a:tr>
              <a:tr h="41782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段数码管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129950"/>
                  </a:ext>
                </a:extLst>
              </a:tr>
              <a:tr h="417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拨码开关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028332"/>
                  </a:ext>
                </a:extLst>
              </a:tr>
              <a:tr h="417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572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82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DB3A-70BF-0DD5-E1DC-5F0F9CB0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6D8D79A6-5C5B-6E4F-D67E-ACB38D75E54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综合测试（规定动作）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AE3C06-0513-A33C-1375-86CF9952E275}"/>
              </a:ext>
            </a:extLst>
          </p:cNvPr>
          <p:cNvSpPr txBox="1"/>
          <p:nvPr/>
        </p:nvSpPr>
        <p:spPr>
          <a:xfrm>
            <a:off x="349718" y="1280159"/>
            <a:ext cx="11492564" cy="4669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综合测试（规定动作）：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测试通过“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benchtest.S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测试程序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该测试程序除汇编代码外，还直接提供</a:t>
            </a:r>
            <a:r>
              <a:rPr lang="en-US" altLang="zh-CN" sz="2000" b="1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inst_rom.coe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data_ram_xx.coe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文件，可分别加载到指令存储器和数据存储器直接进行测试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如有需要，也可重新编译测试程序，编译方法与</a:t>
            </a:r>
            <a:r>
              <a:rPr lang="en-US" altLang="zh-CN" sz="2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TEMU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相同，编译后会生成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文件，位于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mips_sc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loongarch_sc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)/build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路径下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注意，该测试程序只会生成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inst_rom.coe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（程序中只定义了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.text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段）， 数据存储器直接加载提供的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data_ram_xx.coe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外设只会用到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，指令存储器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数据存储器均不小于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457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99A8-5FF1-F376-18D6-B4CF1671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1785109F-4A01-61D0-FAD7-5FF5678531E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综合测试（规定动作）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58F5D1-C7C9-9DEA-F934-362168E4A9B8}"/>
              </a:ext>
            </a:extLst>
          </p:cNvPr>
          <p:cNvSpPr txBox="1"/>
          <p:nvPr/>
        </p:nvSpPr>
        <p:spPr>
          <a:xfrm>
            <a:off x="349718" y="1280159"/>
            <a:ext cx="11492564" cy="39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综合测试程序由三部分构成：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benchtest.S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为测试主程序，实现斐波那契数列并完成随机指令测试；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inst_test.h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为随机指令测试的具体实现；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串口交互部分。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测试程序先完成斐波那契数列的计算和测试，再根据数据存储器中存储的测试向量完成随机测试，并通过串口进行人机交互。（详见测试程序）</a:t>
            </a:r>
          </a:p>
        </p:txBody>
      </p:sp>
    </p:spTree>
    <p:extLst>
      <p:ext uri="{BB962C8B-B14F-4D97-AF65-F5344CB8AC3E}">
        <p14:creationId xmlns:p14="http://schemas.microsoft.com/office/powerpoint/2010/main" val="7696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65865-B839-CEF9-F446-16D7FEC6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F8DDA993-6C80-09C7-0718-DA64764E310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综合测试（规定动作）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564684-436A-4979-8920-9825B9D6A138}"/>
              </a:ext>
            </a:extLst>
          </p:cNvPr>
          <p:cNvSpPr txBox="1"/>
          <p:nvPr/>
        </p:nvSpPr>
        <p:spPr>
          <a:xfrm>
            <a:off x="349718" y="1280159"/>
            <a:ext cx="11492564" cy="493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测试步骤：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+mj-ea"/>
              <a:buAutoNum type="circleNumDbPlai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分别将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inst_rom.coe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data_ram_xxx.coe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文件加载到指令存储器和数据存储器，后者文件命中的“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表示小组编号；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+mj-ea"/>
              <a:buAutoNum type="circleNumDbPlai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拨动复位开关，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应从虚拟地址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0x80000000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开始执行程序；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先执行一段斐波那契程序，并在结束后向串口发送信息“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Fib Finish.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发送结束信息后，等待串口输入字符“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+mj-ea"/>
              <a:buAutoNum type="circleNumDbPlai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检测到串口输入“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后，进行随机指令测试，并在测试通过后发送最终结束信息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ALL PASS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39062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1380-C396-C021-0BD3-E3C1E44C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BBDC531-CE43-D8B1-A546-99FE040D36D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328843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综合测试（规定动作）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C52996-FE58-C931-D22B-29E7997BE029}"/>
              </a:ext>
            </a:extLst>
          </p:cNvPr>
          <p:cNvSpPr txBox="1"/>
          <p:nvPr/>
        </p:nvSpPr>
        <p:spPr>
          <a:xfrm>
            <a:off x="349718" y="1271421"/>
            <a:ext cx="11492564" cy="492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综合测试所有相关资源可从如下网盘地址下载（“综合测试”目录）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https://pan.tju.edu.cn/link/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AA56B7D42689E3464695A22008719CB06A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TaQo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每个班级压缩包包含如下内容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Level1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MIPS32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的测试代码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code.rar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：测试程序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inst_rom.coe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：测试程序的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文件，可直接加载到指令存储器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benchtest.asm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：测试程序的反汇编代码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data_ram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：各小组需要加载到数据存储器中的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365871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4914-F51E-1774-EFE6-AE9275B6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>
            <a:extLst>
              <a:ext uri="{FF2B5EF4-FFF2-40B4-BE49-F238E27FC236}">
                <a16:creationId xmlns:a16="http://schemas.microsoft.com/office/drawing/2014/main" id="{FBF2A996-AF5A-50A3-3466-5DD4A798221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73852"/>
            <a:ext cx="11197592" cy="49244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实验任务二：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SoC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的设计与测试</a:t>
            </a:r>
            <a:r>
              <a:rPr lang="en-US" altLang="zh-CN" sz="3200" b="1" dirty="0">
                <a:solidFill>
                  <a:srgbClr val="FFFFFF"/>
                </a:solidFill>
                <a:latin typeface="微软雅黑"/>
                <a:ea typeface="微软雅黑"/>
              </a:rPr>
              <a:t> | </a:t>
            </a:r>
            <a:r>
              <a:rPr lang="zh-CN" altLang="en-US" sz="3200" b="1" dirty="0">
                <a:solidFill>
                  <a:srgbClr val="FFFFFF"/>
                </a:solidFill>
                <a:latin typeface="微软雅黑"/>
                <a:ea typeface="微软雅黑"/>
              </a:rPr>
              <a:t>综合测试（自选动作）</a:t>
            </a:r>
            <a:endParaRPr lang="zh-CN" altLang="en-US" sz="32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CCD164-BA41-050C-1CC1-41533338EBF9}"/>
              </a:ext>
            </a:extLst>
          </p:cNvPr>
          <p:cNvSpPr txBox="1"/>
          <p:nvPr/>
        </p:nvSpPr>
        <p:spPr>
          <a:xfrm>
            <a:off x="349718" y="1280159"/>
            <a:ext cx="11492564" cy="3735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自行编写测试程序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just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自行编写测试程序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914400" lvl="1" indent="-457200" algn="just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每个测试程序具有独立功能，其复杂度不能低于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benchtest.S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914400" lvl="1" indent="-457200" algn="just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外设应至少包含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个串口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其他任何一种非串口外设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914400" lvl="1" indent="-457200" algn="just">
              <a:lnSpc>
                <a:spcPct val="20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如果现有指令无法支撑测试程序的功能，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可自行添加额外指令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6771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30D50-D370-D3E9-5EBF-0B6EDA3F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02ED0D2-C4CD-7741-63D1-4B6E7060B5E1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016118-D1EC-7902-5084-F218B56A2EE3}"/>
              </a:ext>
            </a:extLst>
          </p:cNvPr>
          <p:cNvSpPr/>
          <p:nvPr/>
        </p:nvSpPr>
        <p:spPr>
          <a:xfrm>
            <a:off x="1172251" y="3068629"/>
            <a:ext cx="1641475" cy="73212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 验 四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7BE8859-537E-2741-AB79-898B067D6E26}"/>
              </a:ext>
            </a:extLst>
          </p:cNvPr>
          <p:cNvGrpSpPr/>
          <p:nvPr/>
        </p:nvGrpSpPr>
        <p:grpSpPr>
          <a:xfrm>
            <a:off x="4731215" y="1191834"/>
            <a:ext cx="5874985" cy="4482705"/>
            <a:chOff x="4756382" y="1342836"/>
            <a:chExt cx="5874985" cy="448270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415EEDF-A22D-7876-67FB-C2EF51D45815}"/>
                </a:ext>
              </a:extLst>
            </p:cNvPr>
            <p:cNvGrpSpPr/>
            <p:nvPr/>
          </p:nvGrpSpPr>
          <p:grpSpPr>
            <a:xfrm>
              <a:off x="4756382" y="1342836"/>
              <a:ext cx="5443843" cy="761130"/>
              <a:chOff x="7532" y="2656"/>
              <a:chExt cx="6086" cy="899"/>
            </a:xfrm>
          </p:grpSpPr>
          <p:sp>
            <p:nvSpPr>
              <p:cNvPr id="21" name="圆角矩形 5">
                <a:extLst>
                  <a:ext uri="{FF2B5EF4-FFF2-40B4-BE49-F238E27FC236}">
                    <a16:creationId xmlns:a16="http://schemas.microsoft.com/office/drawing/2014/main" id="{EEFF0E1B-34C4-885E-8E10-2B4A969346E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MH_SubTitle_1">
                <a:extLst>
                  <a:ext uri="{FF2B5EF4-FFF2-40B4-BE49-F238E27FC236}">
                    <a16:creationId xmlns:a16="http://schemas.microsoft.com/office/drawing/2014/main" id="{036A7E93-A5AB-98D6-7709-F9AAC03B876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0" cap="none" spc="0" normalizeH="0" baseline="0" noProof="1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实验简介</a:t>
                </a: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08B9276-A35F-A4FD-5E87-1D295AFFD988}"/>
                </a:ext>
              </a:extLst>
            </p:cNvPr>
            <p:cNvGrpSpPr/>
            <p:nvPr/>
          </p:nvGrpSpPr>
          <p:grpSpPr>
            <a:xfrm>
              <a:off x="4756382" y="2583361"/>
              <a:ext cx="5443843" cy="761130"/>
              <a:chOff x="7532" y="2656"/>
              <a:chExt cx="6086" cy="899"/>
            </a:xfrm>
          </p:grpSpPr>
          <p:sp>
            <p:nvSpPr>
              <p:cNvPr id="19" name="圆角矩形 5">
                <a:extLst>
                  <a:ext uri="{FF2B5EF4-FFF2-40B4-BE49-F238E27FC236}">
                    <a16:creationId xmlns:a16="http://schemas.microsoft.com/office/drawing/2014/main" id="{DA3D42C0-A91C-4A97-66C0-3BBD54453A35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MH_SubTitle_1">
                <a:extLst>
                  <a:ext uri="{FF2B5EF4-FFF2-40B4-BE49-F238E27FC236}">
                    <a16:creationId xmlns:a16="http://schemas.microsoft.com/office/drawing/2014/main" id="{4D8E1CEC-4C30-CAA6-157E-1979F271A75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prstClr val="white">
                        <a:lumMod val="75000"/>
                      </a:prst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实验内容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C9189D8-A7A1-3706-8D5B-49CA737B0685}"/>
                </a:ext>
              </a:extLst>
            </p:cNvPr>
            <p:cNvGrpSpPr/>
            <p:nvPr/>
          </p:nvGrpSpPr>
          <p:grpSpPr>
            <a:xfrm>
              <a:off x="4756382" y="5064411"/>
              <a:ext cx="5874985" cy="761130"/>
              <a:chOff x="7532" y="3579"/>
              <a:chExt cx="6568" cy="899"/>
            </a:xfrm>
          </p:grpSpPr>
          <p:sp>
            <p:nvSpPr>
              <p:cNvPr id="17" name="圆角矩形 5">
                <a:extLst>
                  <a:ext uri="{FF2B5EF4-FFF2-40B4-BE49-F238E27FC236}">
                    <a16:creationId xmlns:a16="http://schemas.microsoft.com/office/drawing/2014/main" id="{BF084FEB-EAA0-3FA3-FCDD-16BDF273F3EF}"/>
                  </a:ext>
                </a:extLst>
              </p:cNvPr>
              <p:cNvSpPr/>
              <p:nvPr/>
            </p:nvSpPr>
            <p:spPr>
              <a:xfrm>
                <a:off x="7532" y="3579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MH_SubTitle_1">
                <a:extLst>
                  <a:ext uri="{FF2B5EF4-FFF2-40B4-BE49-F238E27FC236}">
                    <a16:creationId xmlns:a16="http://schemas.microsoft.com/office/drawing/2014/main" id="{E0DA4415-AE76-40A7-FE4E-DEA068522F8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3712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0" cap="none" spc="0" normalizeH="0" baseline="0" noProof="1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实验评分依据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D950274-0ABC-2D73-0F6E-FE8B2C743D2F}"/>
                </a:ext>
              </a:extLst>
            </p:cNvPr>
            <p:cNvGrpSpPr/>
            <p:nvPr/>
          </p:nvGrpSpPr>
          <p:grpSpPr>
            <a:xfrm>
              <a:off x="4756382" y="3823886"/>
              <a:ext cx="5443843" cy="761130"/>
              <a:chOff x="7532" y="2656"/>
              <a:chExt cx="6086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0C5A3211-25E0-2489-404D-3C6D48EE8C0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D401949E-5863-C4E0-9D41-2FD4505BC05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0" cap="none" spc="0" normalizeH="0" baseline="0" noProof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实验建议步骤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284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689B2-23CE-2294-549C-EBD27DF3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DAC0ECB-FBE7-4A48-C36B-DF4C2152775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实验步骤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6AEE18-9189-AA9E-396F-948192F90DA2}"/>
              </a:ext>
            </a:extLst>
          </p:cNvPr>
          <p:cNvSpPr txBox="1"/>
          <p:nvPr/>
        </p:nvSpPr>
        <p:spPr>
          <a:xfrm>
            <a:off x="349718" y="1280159"/>
            <a:ext cx="11492564" cy="5182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设计完成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just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核和指令存储器、数据存储器构成一个简单测试系统；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just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编写汇编测试程序（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），进行测试；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可在仿真文件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testbench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、目的寄存器和运算结果信息，并与仿真器的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Golden Trace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文件进行比较，可迅速定位存在问题的指令；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再通过波形图定位具体错误。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just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核测试无误后，再将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核集成到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系统中；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设计简单总线逻辑，完成串口连接（其他接口可自选）。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 algn="just">
              <a:lnSpc>
                <a:spcPct val="150000"/>
              </a:lnSpc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使用综合测试程序（</a:t>
            </a:r>
            <a:r>
              <a:rPr lang="en-US" altLang="zh-CN" sz="24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benchtest.S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）和自编测试程序（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）完成最终测试。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451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D852-A736-1B22-8F12-673DF9E2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B799B91-6D86-3BFF-0858-A011AA98770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注意事项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C68847-A5DB-3BF9-2E5B-999AD03E2D65}"/>
              </a:ext>
            </a:extLst>
          </p:cNvPr>
          <p:cNvSpPr txBox="1"/>
          <p:nvPr/>
        </p:nvSpPr>
        <p:spPr>
          <a:xfrm>
            <a:off x="349718" y="1280159"/>
            <a:ext cx="11492564" cy="4201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处理器的设计与调试是一个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软硬件协同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的过程，当硬件设计出现问题时，不应只关注硬件逻辑，需要配合软件测试代码一起调试。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务必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读懂测试代码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benchtest.S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），弄清测试流程。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硬件调试时，通过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比对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，迅速定位出错的指令；然后，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WB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逻辑反向推导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，定位错误。该过程中按需将可能涉及的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中间信号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加入波形图中，辅助调试。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050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DB33-49F4-A75A-CA79-9120854C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65DE216-AF08-6E4E-EF94-2D198D71E32F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1B953F-C297-3A8A-D9AB-CEA570D924A8}"/>
              </a:ext>
            </a:extLst>
          </p:cNvPr>
          <p:cNvSpPr/>
          <p:nvPr/>
        </p:nvSpPr>
        <p:spPr>
          <a:xfrm>
            <a:off x="1172251" y="3068629"/>
            <a:ext cx="1641475" cy="73212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 验 四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4E50C9-BDD6-3CEE-420E-97D21CCAFDA5}"/>
              </a:ext>
            </a:extLst>
          </p:cNvPr>
          <p:cNvGrpSpPr/>
          <p:nvPr/>
        </p:nvGrpSpPr>
        <p:grpSpPr>
          <a:xfrm>
            <a:off x="4731215" y="1191834"/>
            <a:ext cx="5874985" cy="4482705"/>
            <a:chOff x="4756382" y="1342836"/>
            <a:chExt cx="5874985" cy="448270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DB66BBE-24E8-465C-F883-FAF0026883E9}"/>
                </a:ext>
              </a:extLst>
            </p:cNvPr>
            <p:cNvGrpSpPr/>
            <p:nvPr/>
          </p:nvGrpSpPr>
          <p:grpSpPr>
            <a:xfrm>
              <a:off x="4756382" y="1342836"/>
              <a:ext cx="5443843" cy="761130"/>
              <a:chOff x="7532" y="2656"/>
              <a:chExt cx="6086" cy="899"/>
            </a:xfrm>
          </p:grpSpPr>
          <p:sp>
            <p:nvSpPr>
              <p:cNvPr id="21" name="圆角矩形 5">
                <a:extLst>
                  <a:ext uri="{FF2B5EF4-FFF2-40B4-BE49-F238E27FC236}">
                    <a16:creationId xmlns:a16="http://schemas.microsoft.com/office/drawing/2014/main" id="{76857E9C-C779-DE8C-9723-27651CC409D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MH_SubTitle_1">
                <a:extLst>
                  <a:ext uri="{FF2B5EF4-FFF2-40B4-BE49-F238E27FC236}">
                    <a16:creationId xmlns:a16="http://schemas.microsoft.com/office/drawing/2014/main" id="{AF2D2610-3A5E-DA3D-2F7B-01BD3033B82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0" cap="none" spc="0" normalizeH="0" baseline="0" noProof="1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实验简介</a:t>
                </a: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048DA15-A1C3-C700-38D4-BF59BDB327F3}"/>
                </a:ext>
              </a:extLst>
            </p:cNvPr>
            <p:cNvGrpSpPr/>
            <p:nvPr/>
          </p:nvGrpSpPr>
          <p:grpSpPr>
            <a:xfrm>
              <a:off x="4756382" y="2583361"/>
              <a:ext cx="5443843" cy="761130"/>
              <a:chOff x="7532" y="2656"/>
              <a:chExt cx="6086" cy="899"/>
            </a:xfrm>
          </p:grpSpPr>
          <p:sp>
            <p:nvSpPr>
              <p:cNvPr id="19" name="圆角矩形 5">
                <a:extLst>
                  <a:ext uri="{FF2B5EF4-FFF2-40B4-BE49-F238E27FC236}">
                    <a16:creationId xmlns:a16="http://schemas.microsoft.com/office/drawing/2014/main" id="{2555DE71-857E-23B1-7F41-7BD030ABB4F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MH_SubTitle_1">
                <a:extLst>
                  <a:ext uri="{FF2B5EF4-FFF2-40B4-BE49-F238E27FC236}">
                    <a16:creationId xmlns:a16="http://schemas.microsoft.com/office/drawing/2014/main" id="{FABE0B6D-3671-4A99-EAAC-39F5FEBB2C7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0" cap="none" spc="0" normalizeH="0" baseline="0" noProof="1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实验内容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66B1D99-3206-B9B5-7C7D-2E71165BF965}"/>
                </a:ext>
              </a:extLst>
            </p:cNvPr>
            <p:cNvGrpSpPr/>
            <p:nvPr/>
          </p:nvGrpSpPr>
          <p:grpSpPr>
            <a:xfrm>
              <a:off x="4756382" y="5064411"/>
              <a:ext cx="5874985" cy="761130"/>
              <a:chOff x="7532" y="3579"/>
              <a:chExt cx="6568" cy="899"/>
            </a:xfrm>
          </p:grpSpPr>
          <p:sp>
            <p:nvSpPr>
              <p:cNvPr id="17" name="圆角矩形 5">
                <a:extLst>
                  <a:ext uri="{FF2B5EF4-FFF2-40B4-BE49-F238E27FC236}">
                    <a16:creationId xmlns:a16="http://schemas.microsoft.com/office/drawing/2014/main" id="{7D07099D-CCC9-9145-8FB1-BA852293CB2F}"/>
                  </a:ext>
                </a:extLst>
              </p:cNvPr>
              <p:cNvSpPr/>
              <p:nvPr/>
            </p:nvSpPr>
            <p:spPr>
              <a:xfrm>
                <a:off x="7532" y="3579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MH_SubTitle_1">
                <a:extLst>
                  <a:ext uri="{FF2B5EF4-FFF2-40B4-BE49-F238E27FC236}">
                    <a16:creationId xmlns:a16="http://schemas.microsoft.com/office/drawing/2014/main" id="{3AA388EE-1B9F-4F8C-75F2-89F23A20FC0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3712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0" cap="none" spc="0" normalizeH="0" baseline="0" noProof="1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实验评分依据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E95DC82-5BC4-CE5A-A16E-C83061EB394F}"/>
                </a:ext>
              </a:extLst>
            </p:cNvPr>
            <p:cNvGrpSpPr/>
            <p:nvPr/>
          </p:nvGrpSpPr>
          <p:grpSpPr>
            <a:xfrm>
              <a:off x="4756382" y="3823886"/>
              <a:ext cx="5443843" cy="761130"/>
              <a:chOff x="7532" y="2656"/>
              <a:chExt cx="6086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D7E0E3F0-EF4E-CFF3-520E-6D52DCDB038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0B496B2E-E677-B988-0FB5-A6C28CDE7E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prstClr val="white">
                        <a:lumMod val="75000"/>
                      </a:prst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实验建议步骤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327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3FFE8-4173-7849-0A53-60F6A8BC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344CC3E9-1A4C-46C6-AD80-56B1FAC0F8E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评分依据</a:t>
            </a:r>
            <a:endParaRPr lang="zh-CN" altLang="en-US" sz="3600" b="1" i="0" u="none" strike="noStrike" kern="1200" spc="0" baseline="3000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297E77-1724-6D6B-FFBB-400193FF282E}"/>
              </a:ext>
            </a:extLst>
          </p:cNvPr>
          <p:cNvSpPr txBox="1"/>
          <p:nvPr/>
        </p:nvSpPr>
        <p:spPr>
          <a:xfrm>
            <a:off x="349718" y="1013459"/>
            <a:ext cx="11492564" cy="557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单周期起评分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多周期起评分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流水线起评分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分；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en-US" altLang="zh-CN" sz="28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Level2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实际得分 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1.05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处理器核（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），总线及外设接口逻辑（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），测试程序（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），实验报告（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，包含实验三、四的全部设计内容）</a:t>
            </a:r>
            <a:endParaRPr lang="en-US" altLang="zh-CN" sz="28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加分项（</a:t>
            </a:r>
            <a:r>
              <a:rPr lang="en-US" altLang="zh-CN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分）：分支预测或其他微架构修改（与课堂讲课内容不同，需在实验报告中注明）</a:t>
            </a:r>
          </a:p>
        </p:txBody>
      </p:sp>
    </p:spTree>
    <p:extLst>
      <p:ext uri="{BB962C8B-B14F-4D97-AF65-F5344CB8AC3E}">
        <p14:creationId xmlns:p14="http://schemas.microsoft.com/office/powerpoint/2010/main" val="251840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24847</TotalTime>
  <Words>2448</Words>
  <Application>Microsoft Office PowerPoint</Application>
  <PresentationFormat>宽屏</PresentationFormat>
  <Paragraphs>337</Paragraphs>
  <Slides>32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等线 Light</vt:lpstr>
      <vt:lpstr>Microsoft YaHei</vt:lpstr>
      <vt:lpstr>Microsoft YaHei</vt:lpstr>
      <vt:lpstr>Arial</vt:lpstr>
      <vt:lpstr>Calibri</vt:lpstr>
      <vt:lpstr>Wingdings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Willie</dc:creator>
  <cp:lastModifiedBy>Jizeng Wei</cp:lastModifiedBy>
  <cp:revision>1103</cp:revision>
  <cp:lastPrinted>2023-04-26T01:31:54Z</cp:lastPrinted>
  <dcterms:created xsi:type="dcterms:W3CDTF">2022-10-19T16:38:48Z</dcterms:created>
  <dcterms:modified xsi:type="dcterms:W3CDTF">2025-12-27T07:56:43Z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5973C3F2ECC047010F285063CB0F83D9</vt:lpwstr>
  </property>
  <property fmtid="{D5CDD505-2E9C-101B-9397-08002B2CF9AE}" pid="3" name="KSOProductBuildVer">
    <vt:lpwstr>2052-4.6.1.7451</vt:lpwstr>
  </property>
</Properties>
</file>